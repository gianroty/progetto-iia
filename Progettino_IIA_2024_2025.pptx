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3" r:id="rId1"/>
  </p:sldMasterIdLst>
  <p:notesMasterIdLst>
    <p:notesMasterId r:id="rId12"/>
  </p:notesMasterIdLst>
  <p:handoutMasterIdLst>
    <p:handoutMasterId r:id="rId13"/>
  </p:handoutMasterIdLst>
  <p:sldIdLst>
    <p:sldId id="269" r:id="rId2"/>
    <p:sldId id="259" r:id="rId3"/>
    <p:sldId id="258" r:id="rId4"/>
    <p:sldId id="272" r:id="rId5"/>
    <p:sldId id="263" r:id="rId6"/>
    <p:sldId id="267" r:id="rId7"/>
    <p:sldId id="268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BF1D"/>
    <a:srgbClr val="00CC00"/>
    <a:srgbClr val="00FF00"/>
    <a:srgbClr val="33CCCC"/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Stile chiaro 2 - Color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Stile chiaro 2 - Color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42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anluca Rota" userId="741ea600a0951509" providerId="LiveId" clId="{ABDEB660-C30E-4CF4-AAFC-0E1D7567D007}"/>
    <pc:docChg chg="undo redo custSel delSld modSld">
      <pc:chgData name="Gianluca Rota" userId="741ea600a0951509" providerId="LiveId" clId="{ABDEB660-C30E-4CF4-AAFC-0E1D7567D007}" dt="2025-02-14T13:23:36.717" v="2920"/>
      <pc:docMkLst>
        <pc:docMk/>
      </pc:docMkLst>
      <pc:sldChg chg="addSp delSp modSp mod addAnim delAnim modAnim">
        <pc:chgData name="Gianluca Rota" userId="741ea600a0951509" providerId="LiveId" clId="{ABDEB660-C30E-4CF4-AAFC-0E1D7567D007}" dt="2025-02-14T10:54:03.931" v="1793" actId="20577"/>
        <pc:sldMkLst>
          <pc:docMk/>
          <pc:sldMk cId="263784652" sldId="258"/>
        </pc:sldMkLst>
        <pc:spChg chg="mod">
          <ac:chgData name="Gianluca Rota" userId="741ea600a0951509" providerId="LiveId" clId="{ABDEB660-C30E-4CF4-AAFC-0E1D7567D007}" dt="2025-02-14T08:38:12.933" v="548" actId="20577"/>
          <ac:spMkLst>
            <pc:docMk/>
            <pc:sldMk cId="263784652" sldId="258"/>
            <ac:spMk id="4" creationId="{1E486FAA-2A37-2BFD-125C-40485CEF9360}"/>
          </ac:spMkLst>
        </pc:spChg>
        <pc:spChg chg="mod">
          <ac:chgData name="Gianluca Rota" userId="741ea600a0951509" providerId="LiveId" clId="{ABDEB660-C30E-4CF4-AAFC-0E1D7567D007}" dt="2025-02-14T08:38:20.412" v="550" actId="1076"/>
          <ac:spMkLst>
            <pc:docMk/>
            <pc:sldMk cId="263784652" sldId="258"/>
            <ac:spMk id="5" creationId="{3C1A0235-429D-0A30-E59E-F7A2B5A5076D}"/>
          </ac:spMkLst>
        </pc:spChg>
        <pc:spChg chg="mod">
          <ac:chgData name="Gianluca Rota" userId="741ea600a0951509" providerId="LiveId" clId="{ABDEB660-C30E-4CF4-AAFC-0E1D7567D007}" dt="2025-02-14T10:24:34.926" v="1515" actId="14100"/>
          <ac:spMkLst>
            <pc:docMk/>
            <pc:sldMk cId="263784652" sldId="258"/>
            <ac:spMk id="8" creationId="{D7517B83-5572-4403-5BA4-ADB296FE549C}"/>
          </ac:spMkLst>
        </pc:spChg>
        <pc:spChg chg="mod">
          <ac:chgData name="Gianluca Rota" userId="741ea600a0951509" providerId="LiveId" clId="{ABDEB660-C30E-4CF4-AAFC-0E1D7567D007}" dt="2025-02-14T08:37:52.349" v="543" actId="20577"/>
          <ac:spMkLst>
            <pc:docMk/>
            <pc:sldMk cId="263784652" sldId="258"/>
            <ac:spMk id="10" creationId="{0F1F643B-C744-E99C-9B87-283A37A4F79A}"/>
          </ac:spMkLst>
        </pc:spChg>
        <pc:spChg chg="mod">
          <ac:chgData name="Gianluca Rota" userId="741ea600a0951509" providerId="LiveId" clId="{ABDEB660-C30E-4CF4-AAFC-0E1D7567D007}" dt="2025-02-14T08:38:03.248" v="546" actId="20577"/>
          <ac:spMkLst>
            <pc:docMk/>
            <pc:sldMk cId="263784652" sldId="258"/>
            <ac:spMk id="19" creationId="{AE70F7CF-F694-53AF-2AF6-C5F1363249D2}"/>
          </ac:spMkLst>
        </pc:spChg>
        <pc:spChg chg="mod">
          <ac:chgData name="Gianluca Rota" userId="741ea600a0951509" providerId="LiveId" clId="{ABDEB660-C30E-4CF4-AAFC-0E1D7567D007}" dt="2025-02-14T07:59:13.807" v="321" actId="20577"/>
          <ac:spMkLst>
            <pc:docMk/>
            <pc:sldMk cId="263784652" sldId="258"/>
            <ac:spMk id="20" creationId="{91EDD8B1-CBF8-0C2D-0335-0C64AA60B353}"/>
          </ac:spMkLst>
        </pc:spChg>
        <pc:spChg chg="mod">
          <ac:chgData name="Gianluca Rota" userId="741ea600a0951509" providerId="LiveId" clId="{ABDEB660-C30E-4CF4-AAFC-0E1D7567D007}" dt="2025-02-14T08:37:56.803" v="544" actId="1076"/>
          <ac:spMkLst>
            <pc:docMk/>
            <pc:sldMk cId="263784652" sldId="258"/>
            <ac:spMk id="25" creationId="{8807F35A-F4FC-AEDB-6A4E-EFAF4C467EB0}"/>
          </ac:spMkLst>
        </pc:spChg>
        <pc:spChg chg="mod">
          <ac:chgData name="Gianluca Rota" userId="741ea600a0951509" providerId="LiveId" clId="{ABDEB660-C30E-4CF4-AAFC-0E1D7567D007}" dt="2025-02-14T08:15:09.474" v="432" actId="1076"/>
          <ac:spMkLst>
            <pc:docMk/>
            <pc:sldMk cId="263784652" sldId="258"/>
            <ac:spMk id="27" creationId="{455F818E-1DF6-4355-46A5-68D18B8F39FE}"/>
          </ac:spMkLst>
        </pc:spChg>
        <pc:spChg chg="mod topLvl">
          <ac:chgData name="Gianluca Rota" userId="741ea600a0951509" providerId="LiveId" clId="{ABDEB660-C30E-4CF4-AAFC-0E1D7567D007}" dt="2025-02-14T10:43:24.676" v="1686" actId="20577"/>
          <ac:spMkLst>
            <pc:docMk/>
            <pc:sldMk cId="263784652" sldId="258"/>
            <ac:spMk id="30" creationId="{7A90F592-B4AF-4732-4A59-B27E69C318A3}"/>
          </ac:spMkLst>
        </pc:spChg>
        <pc:spChg chg="add del mod topLvl">
          <ac:chgData name="Gianluca Rota" userId="741ea600a0951509" providerId="LiveId" clId="{ABDEB660-C30E-4CF4-AAFC-0E1D7567D007}" dt="2025-02-14T08:37:09.186" v="537" actId="20577"/>
          <ac:spMkLst>
            <pc:docMk/>
            <pc:sldMk cId="263784652" sldId="258"/>
            <ac:spMk id="31" creationId="{8FE67217-6D89-92A3-5EE4-64E6B5289891}"/>
          </ac:spMkLst>
        </pc:spChg>
        <pc:spChg chg="mod">
          <ac:chgData name="Gianluca Rota" userId="741ea600a0951509" providerId="LiveId" clId="{ABDEB660-C30E-4CF4-AAFC-0E1D7567D007}" dt="2025-02-14T08:37:21.424" v="540" actId="20577"/>
          <ac:spMkLst>
            <pc:docMk/>
            <pc:sldMk cId="263784652" sldId="258"/>
            <ac:spMk id="32" creationId="{9972D5A3-ED7D-3EDA-31F9-ED1E4443D700}"/>
          </ac:spMkLst>
        </pc:spChg>
        <pc:spChg chg="mod">
          <ac:chgData name="Gianluca Rota" userId="741ea600a0951509" providerId="LiveId" clId="{ABDEB660-C30E-4CF4-AAFC-0E1D7567D007}" dt="2025-02-14T10:54:03.931" v="1793" actId="20577"/>
          <ac:spMkLst>
            <pc:docMk/>
            <pc:sldMk cId="263784652" sldId="258"/>
            <ac:spMk id="37" creationId="{9B5BC564-8DC7-B72C-3BED-FB0EA65D6404}"/>
          </ac:spMkLst>
        </pc:spChg>
        <pc:spChg chg="mod">
          <ac:chgData name="Gianluca Rota" userId="741ea600a0951509" providerId="LiveId" clId="{ABDEB660-C30E-4CF4-AAFC-0E1D7567D007}" dt="2025-02-14T08:22:31.918" v="499" actId="20577"/>
          <ac:spMkLst>
            <pc:docMk/>
            <pc:sldMk cId="263784652" sldId="258"/>
            <ac:spMk id="38" creationId="{A92E59FD-53FC-D30E-12F3-43B60B0598C6}"/>
          </ac:spMkLst>
        </pc:spChg>
        <pc:spChg chg="add del mod">
          <ac:chgData name="Gianluca Rota" userId="741ea600a0951509" providerId="LiveId" clId="{ABDEB660-C30E-4CF4-AAFC-0E1D7567D007}" dt="2025-02-14T08:24:54.668" v="503" actId="478"/>
          <ac:spMkLst>
            <pc:docMk/>
            <pc:sldMk cId="263784652" sldId="258"/>
            <ac:spMk id="39" creationId="{0610A8AE-7ABF-143C-DBD7-139FED73CE40}"/>
          </ac:spMkLst>
        </pc:spChg>
        <pc:spChg chg="add del">
          <ac:chgData name="Gianluca Rota" userId="741ea600a0951509" providerId="LiveId" clId="{ABDEB660-C30E-4CF4-AAFC-0E1D7567D007}" dt="2025-02-14T08:26:00.467" v="505" actId="22"/>
          <ac:spMkLst>
            <pc:docMk/>
            <pc:sldMk cId="263784652" sldId="258"/>
            <ac:spMk id="41" creationId="{EB78D18A-3E48-8CD5-3B1B-04A54AA69875}"/>
          </ac:spMkLst>
        </pc:spChg>
        <pc:spChg chg="add del mod">
          <ac:chgData name="Gianluca Rota" userId="741ea600a0951509" providerId="LiveId" clId="{ABDEB660-C30E-4CF4-AAFC-0E1D7567D007}" dt="2025-02-14T08:36:58.985" v="535" actId="478"/>
          <ac:spMkLst>
            <pc:docMk/>
            <pc:sldMk cId="263784652" sldId="258"/>
            <ac:spMk id="43" creationId="{DBF1FC3C-4D2A-52BB-3442-7E69A60801DA}"/>
          </ac:spMkLst>
        </pc:spChg>
        <pc:spChg chg="add mod">
          <ac:chgData name="Gianluca Rota" userId="741ea600a0951509" providerId="LiveId" clId="{ABDEB660-C30E-4CF4-AAFC-0E1D7567D007}" dt="2025-02-14T08:40:05.513" v="588" actId="1076"/>
          <ac:spMkLst>
            <pc:docMk/>
            <pc:sldMk cId="263784652" sldId="258"/>
            <ac:spMk id="48" creationId="{4BF744B4-43C8-63AE-9FFB-782EF6342EAC}"/>
          </ac:spMkLst>
        </pc:spChg>
        <pc:grpChg chg="mod">
          <ac:chgData name="Gianluca Rota" userId="741ea600a0951509" providerId="LiveId" clId="{ABDEB660-C30E-4CF4-AAFC-0E1D7567D007}" dt="2025-02-14T08:14:36.374" v="427" actId="1076"/>
          <ac:grpSpMkLst>
            <pc:docMk/>
            <pc:sldMk cId="263784652" sldId="258"/>
            <ac:grpSpMk id="16" creationId="{AE0C8742-6A49-984A-8491-F35FD95615AA}"/>
          </ac:grpSpMkLst>
        </pc:grpChg>
        <pc:grpChg chg="mod">
          <ac:chgData name="Gianluca Rota" userId="741ea600a0951509" providerId="LiveId" clId="{ABDEB660-C30E-4CF4-AAFC-0E1D7567D007}" dt="2025-02-14T08:37:46.803" v="542" actId="1076"/>
          <ac:grpSpMkLst>
            <pc:docMk/>
            <pc:sldMk cId="263784652" sldId="258"/>
            <ac:grpSpMk id="22" creationId="{01622652-E68D-CF7D-D8D7-C231C74982A7}"/>
          </ac:grpSpMkLst>
        </pc:grpChg>
        <pc:grpChg chg="add del mod">
          <ac:chgData name="Gianluca Rota" userId="741ea600a0951509" providerId="LiveId" clId="{ABDEB660-C30E-4CF4-AAFC-0E1D7567D007}" dt="2025-02-14T08:18:54.575" v="470" actId="478"/>
          <ac:grpSpMkLst>
            <pc:docMk/>
            <pc:sldMk cId="263784652" sldId="258"/>
            <ac:grpSpMk id="33" creationId="{9A283A5F-80C6-2177-9B10-D959DE310576}"/>
          </ac:grpSpMkLst>
        </pc:grpChg>
        <pc:grpChg chg="mod">
          <ac:chgData name="Gianluca Rota" userId="741ea600a0951509" providerId="LiveId" clId="{ABDEB660-C30E-4CF4-AAFC-0E1D7567D007}" dt="2025-02-14T08:14:26.904" v="425" actId="1076"/>
          <ac:grpSpMkLst>
            <pc:docMk/>
            <pc:sldMk cId="263784652" sldId="258"/>
            <ac:grpSpMk id="34" creationId="{97122C19-2A96-62F2-3683-7C5417AFB543}"/>
          </ac:grpSpMkLst>
        </pc:grpChg>
        <pc:grpChg chg="add mod">
          <ac:chgData name="Gianluca Rota" userId="741ea600a0951509" providerId="LiveId" clId="{ABDEB660-C30E-4CF4-AAFC-0E1D7567D007}" dt="2025-02-14T08:37:03.351" v="536" actId="1076"/>
          <ac:grpSpMkLst>
            <pc:docMk/>
            <pc:sldMk cId="263784652" sldId="258"/>
            <ac:grpSpMk id="36" creationId="{8A63ADFE-6E48-8113-BE88-C72FBB956CAE}"/>
          </ac:grpSpMkLst>
        </pc:grpChg>
        <pc:picChg chg="add mod">
          <ac:chgData name="Gianluca Rota" userId="741ea600a0951509" providerId="LiveId" clId="{ABDEB660-C30E-4CF4-AAFC-0E1D7567D007}" dt="2025-02-14T08:38:23.029" v="551" actId="1076"/>
          <ac:picMkLst>
            <pc:docMk/>
            <pc:sldMk cId="263784652" sldId="258"/>
            <ac:picMk id="6" creationId="{E65DE170-C9BA-6238-01A6-C5C2FCB5B200}"/>
          </ac:picMkLst>
        </pc:picChg>
        <pc:picChg chg="del">
          <ac:chgData name="Gianluca Rota" userId="741ea600a0951509" providerId="LiveId" clId="{ABDEB660-C30E-4CF4-AAFC-0E1D7567D007}" dt="2025-02-14T08:02:03.220" v="331" actId="478"/>
          <ac:picMkLst>
            <pc:docMk/>
            <pc:sldMk cId="263784652" sldId="258"/>
            <ac:picMk id="7" creationId="{EEB096A7-8595-CFB2-6732-0431EE0D0AD6}"/>
          </ac:picMkLst>
        </pc:picChg>
        <pc:picChg chg="add mod">
          <ac:chgData name="Gianluca Rota" userId="741ea600a0951509" providerId="LiveId" clId="{ABDEB660-C30E-4CF4-AAFC-0E1D7567D007}" dt="2025-02-14T08:38:09.104" v="547" actId="1076"/>
          <ac:picMkLst>
            <pc:docMk/>
            <pc:sldMk cId="263784652" sldId="258"/>
            <ac:picMk id="12" creationId="{F581DE51-4676-B8B1-BE24-EE39BB8374AC}"/>
          </ac:picMkLst>
        </pc:picChg>
        <pc:picChg chg="del">
          <ac:chgData name="Gianluca Rota" userId="741ea600a0951509" providerId="LiveId" clId="{ABDEB660-C30E-4CF4-AAFC-0E1D7567D007}" dt="2025-02-14T07:56:12.083" v="293" actId="478"/>
          <ac:picMkLst>
            <pc:docMk/>
            <pc:sldMk cId="263784652" sldId="258"/>
            <ac:picMk id="14" creationId="{30DD5747-D861-6CF8-26DC-B1D687F30F57}"/>
          </ac:picMkLst>
        </pc:picChg>
        <pc:picChg chg="add del mod">
          <ac:chgData name="Gianluca Rota" userId="741ea600a0951509" providerId="LiveId" clId="{ABDEB660-C30E-4CF4-AAFC-0E1D7567D007}" dt="2025-02-14T08:04:43.199" v="342" actId="478"/>
          <ac:picMkLst>
            <pc:docMk/>
            <pc:sldMk cId="263784652" sldId="258"/>
            <ac:picMk id="15" creationId="{FAEEF37E-B195-8B04-2FC1-CDC3AF858513}"/>
          </ac:picMkLst>
        </pc:picChg>
        <pc:picChg chg="add mod">
          <ac:chgData name="Gianluca Rota" userId="741ea600a0951509" providerId="LiveId" clId="{ABDEB660-C30E-4CF4-AAFC-0E1D7567D007}" dt="2025-02-14T08:40:22.287" v="589" actId="1076"/>
          <ac:picMkLst>
            <pc:docMk/>
            <pc:sldMk cId="263784652" sldId="258"/>
            <ac:picMk id="18" creationId="{086CB2DC-980A-E689-CC53-B19DFC77C053}"/>
          </ac:picMkLst>
        </pc:picChg>
        <pc:picChg chg="del">
          <ac:chgData name="Gianluca Rota" userId="741ea600a0951509" providerId="LiveId" clId="{ABDEB660-C30E-4CF4-AAFC-0E1D7567D007}" dt="2025-02-14T08:07:47.688" v="368" actId="478"/>
          <ac:picMkLst>
            <pc:docMk/>
            <pc:sldMk cId="263784652" sldId="258"/>
            <ac:picMk id="23" creationId="{806BC99B-F9F7-9659-0D9C-6D406344C5B5}"/>
          </ac:picMkLst>
        </pc:picChg>
        <pc:picChg chg="add mod">
          <ac:chgData name="Gianluca Rota" userId="741ea600a0951509" providerId="LiveId" clId="{ABDEB660-C30E-4CF4-AAFC-0E1D7567D007}" dt="2025-02-14T08:37:25.593" v="541" actId="1076"/>
          <ac:picMkLst>
            <pc:docMk/>
            <pc:sldMk cId="263784652" sldId="258"/>
            <ac:picMk id="24" creationId="{9AB00359-FF07-0341-B764-48362B84F3D3}"/>
          </ac:picMkLst>
        </pc:picChg>
        <pc:picChg chg="del">
          <ac:chgData name="Gianluca Rota" userId="741ea600a0951509" providerId="LiveId" clId="{ABDEB660-C30E-4CF4-AAFC-0E1D7567D007}" dt="2025-02-14T07:59:21.237" v="322" actId="478"/>
          <ac:picMkLst>
            <pc:docMk/>
            <pc:sldMk cId="263784652" sldId="258"/>
            <ac:picMk id="26" creationId="{4CD320EF-C808-5CD2-134D-300ECF95EB82}"/>
          </ac:picMkLst>
        </pc:picChg>
        <pc:picChg chg="del">
          <ac:chgData name="Gianluca Rota" userId="741ea600a0951509" providerId="LiveId" clId="{ABDEB660-C30E-4CF4-AAFC-0E1D7567D007}" dt="2025-02-14T08:12:31.799" v="419" actId="478"/>
          <ac:picMkLst>
            <pc:docMk/>
            <pc:sldMk cId="263784652" sldId="258"/>
            <ac:picMk id="28" creationId="{A123F2E1-D3B6-3E42-928D-B3A59308B0B6}"/>
          </ac:picMkLst>
        </pc:picChg>
        <pc:picChg chg="add mod">
          <ac:chgData name="Gianluca Rota" userId="741ea600a0951509" providerId="LiveId" clId="{ABDEB660-C30E-4CF4-AAFC-0E1D7567D007}" dt="2025-02-14T08:37:17.913" v="539" actId="1076"/>
          <ac:picMkLst>
            <pc:docMk/>
            <pc:sldMk cId="263784652" sldId="258"/>
            <ac:picMk id="35" creationId="{FD56BE1A-0179-60C7-01D4-1350C6E8C6D5}"/>
          </ac:picMkLst>
        </pc:picChg>
        <pc:picChg chg="add del mod">
          <ac:chgData name="Gianluca Rota" userId="741ea600a0951509" providerId="LiveId" clId="{ABDEB660-C30E-4CF4-AAFC-0E1D7567D007}" dt="2025-02-14T08:30:03.898" v="525" actId="478"/>
          <ac:picMkLst>
            <pc:docMk/>
            <pc:sldMk cId="263784652" sldId="258"/>
            <ac:picMk id="45" creationId="{6EA92F60-3149-18C2-42AD-0DA976404745}"/>
          </ac:picMkLst>
        </pc:picChg>
        <pc:picChg chg="add del mod">
          <ac:chgData name="Gianluca Rota" userId="741ea600a0951509" providerId="LiveId" clId="{ABDEB660-C30E-4CF4-AAFC-0E1D7567D007}" dt="2025-02-14T08:45:13.100" v="600" actId="478"/>
          <ac:picMkLst>
            <pc:docMk/>
            <pc:sldMk cId="263784652" sldId="258"/>
            <ac:picMk id="47" creationId="{DD49FEF3-4F99-D9AE-1A84-DB9576994E3B}"/>
          </ac:picMkLst>
        </pc:picChg>
        <pc:picChg chg="add del mod">
          <ac:chgData name="Gianluca Rota" userId="741ea600a0951509" providerId="LiveId" clId="{ABDEB660-C30E-4CF4-AAFC-0E1D7567D007}" dt="2025-02-14T08:44:45.014" v="593" actId="478"/>
          <ac:picMkLst>
            <pc:docMk/>
            <pc:sldMk cId="263784652" sldId="258"/>
            <ac:picMk id="50" creationId="{9DEA7C92-93CC-3A0E-8E6A-1DF2D9693156}"/>
          </ac:picMkLst>
        </pc:picChg>
        <pc:picChg chg="add mod">
          <ac:chgData name="Gianluca Rota" userId="741ea600a0951509" providerId="LiveId" clId="{ABDEB660-C30E-4CF4-AAFC-0E1D7567D007}" dt="2025-02-14T08:45:05.684" v="599" actId="1076"/>
          <ac:picMkLst>
            <pc:docMk/>
            <pc:sldMk cId="263784652" sldId="258"/>
            <ac:picMk id="52" creationId="{9D54A8A1-220E-E9F6-19D8-959D23171052}"/>
          </ac:picMkLst>
        </pc:picChg>
        <pc:picChg chg="add mod">
          <ac:chgData name="Gianluca Rota" userId="741ea600a0951509" providerId="LiveId" clId="{ABDEB660-C30E-4CF4-AAFC-0E1D7567D007}" dt="2025-02-14T10:54:02.004" v="1792" actId="1076"/>
          <ac:picMkLst>
            <pc:docMk/>
            <pc:sldMk cId="263784652" sldId="258"/>
            <ac:picMk id="54" creationId="{4369077D-A952-1185-ED8B-12888A5EF5BD}"/>
          </ac:picMkLst>
        </pc:picChg>
      </pc:sldChg>
      <pc:sldChg chg="addSp delSp modSp mod delAnim modAnim">
        <pc:chgData name="Gianluca Rota" userId="741ea600a0951509" providerId="LiveId" clId="{ABDEB660-C30E-4CF4-AAFC-0E1D7567D007}" dt="2025-02-14T10:01:11.347" v="998"/>
        <pc:sldMkLst>
          <pc:docMk/>
          <pc:sldMk cId="4058672064" sldId="259"/>
        </pc:sldMkLst>
        <pc:spChg chg="mod">
          <ac:chgData name="Gianluca Rota" userId="741ea600a0951509" providerId="LiveId" clId="{ABDEB660-C30E-4CF4-AAFC-0E1D7567D007}" dt="2025-02-14T07:52:06.084" v="219" actId="1076"/>
          <ac:spMkLst>
            <pc:docMk/>
            <pc:sldMk cId="4058672064" sldId="259"/>
            <ac:spMk id="10" creationId="{EBE7D5A9-4734-587D-FE7D-F55728F8CFA4}"/>
          </ac:spMkLst>
        </pc:spChg>
        <pc:spChg chg="mod">
          <ac:chgData name="Gianluca Rota" userId="741ea600a0951509" providerId="LiveId" clId="{ABDEB660-C30E-4CF4-AAFC-0E1D7567D007}" dt="2025-02-14T07:54:14.464" v="264" actId="20577"/>
          <ac:spMkLst>
            <pc:docMk/>
            <pc:sldMk cId="4058672064" sldId="259"/>
            <ac:spMk id="11" creationId="{62F3D3F3-893B-458F-873B-F6E0C3798855}"/>
          </ac:spMkLst>
        </pc:spChg>
        <pc:spChg chg="mod">
          <ac:chgData name="Gianluca Rota" userId="741ea600a0951509" providerId="LiveId" clId="{ABDEB660-C30E-4CF4-AAFC-0E1D7567D007}" dt="2025-02-14T07:54:26.345" v="268" actId="20577"/>
          <ac:spMkLst>
            <pc:docMk/>
            <pc:sldMk cId="4058672064" sldId="259"/>
            <ac:spMk id="13" creationId="{000B3EB8-9B43-A159-98DB-CEEFB6C1923E}"/>
          </ac:spMkLst>
        </pc:spChg>
        <pc:spChg chg="mod">
          <ac:chgData name="Gianluca Rota" userId="741ea600a0951509" providerId="LiveId" clId="{ABDEB660-C30E-4CF4-AAFC-0E1D7567D007}" dt="2025-02-14T07:54:35.901" v="273" actId="20577"/>
          <ac:spMkLst>
            <pc:docMk/>
            <pc:sldMk cId="4058672064" sldId="259"/>
            <ac:spMk id="23" creationId="{058DE7D4-43BB-6E10-3393-B5898CBF8015}"/>
          </ac:spMkLst>
        </pc:spChg>
        <pc:spChg chg="mod">
          <ac:chgData name="Gianluca Rota" userId="741ea600a0951509" providerId="LiveId" clId="{ABDEB660-C30E-4CF4-AAFC-0E1D7567D007}" dt="2025-02-14T07:54:41.147" v="278" actId="20577"/>
          <ac:spMkLst>
            <pc:docMk/>
            <pc:sldMk cId="4058672064" sldId="259"/>
            <ac:spMk id="24" creationId="{D535F422-B5DD-D69F-1875-48560B19827A}"/>
          </ac:spMkLst>
        </pc:spChg>
        <pc:picChg chg="add del mod">
          <ac:chgData name="Gianluca Rota" userId="741ea600a0951509" providerId="LiveId" clId="{ABDEB660-C30E-4CF4-AAFC-0E1D7567D007}" dt="2025-02-14T08:02:40.493" v="333" actId="478"/>
          <ac:picMkLst>
            <pc:docMk/>
            <pc:sldMk cId="4058672064" sldId="259"/>
            <ac:picMk id="3" creationId="{09919C61-E2F4-3ACA-90E5-0764361B8B43}"/>
          </ac:picMkLst>
        </pc:picChg>
        <pc:picChg chg="add mod">
          <ac:chgData name="Gianluca Rota" userId="741ea600a0951509" providerId="LiveId" clId="{ABDEB660-C30E-4CF4-AAFC-0E1D7567D007}" dt="2025-02-14T08:02:47.325" v="335" actId="1076"/>
          <ac:picMkLst>
            <pc:docMk/>
            <pc:sldMk cId="4058672064" sldId="259"/>
            <ac:picMk id="6" creationId="{A489866D-8270-6805-3F46-02CB16D3E95D}"/>
          </ac:picMkLst>
        </pc:picChg>
        <pc:picChg chg="del">
          <ac:chgData name="Gianluca Rota" userId="741ea600a0951509" providerId="LiveId" clId="{ABDEB660-C30E-4CF4-AAFC-0E1D7567D007}" dt="2025-02-14T07:50:39.492" v="118" actId="478"/>
          <ac:picMkLst>
            <pc:docMk/>
            <pc:sldMk cId="4058672064" sldId="259"/>
            <ac:picMk id="8" creationId="{CED8D7AB-10EE-2CCF-71CC-F9B7A69613B7}"/>
          </ac:picMkLst>
        </pc:picChg>
      </pc:sldChg>
      <pc:sldChg chg="del">
        <pc:chgData name="Gianluca Rota" userId="741ea600a0951509" providerId="LiveId" clId="{ABDEB660-C30E-4CF4-AAFC-0E1D7567D007}" dt="2025-02-14T08:45:46.592" v="605" actId="47"/>
        <pc:sldMkLst>
          <pc:docMk/>
          <pc:sldMk cId="1205428381" sldId="260"/>
        </pc:sldMkLst>
      </pc:sldChg>
      <pc:sldChg chg="addSp delSp modSp mod addAnim delAnim modAnim">
        <pc:chgData name="Gianluca Rota" userId="741ea600a0951509" providerId="LiveId" clId="{ABDEB660-C30E-4CF4-AAFC-0E1D7567D007}" dt="2025-02-14T10:26:42.527" v="1531"/>
        <pc:sldMkLst>
          <pc:docMk/>
          <pc:sldMk cId="4190264464" sldId="263"/>
        </pc:sldMkLst>
        <pc:spChg chg="mod">
          <ac:chgData name="Gianluca Rota" userId="741ea600a0951509" providerId="LiveId" clId="{ABDEB660-C30E-4CF4-AAFC-0E1D7567D007}" dt="2025-02-14T10:20:16.728" v="1476" actId="1076"/>
          <ac:spMkLst>
            <pc:docMk/>
            <pc:sldMk cId="4190264464" sldId="263"/>
            <ac:spMk id="2" creationId="{9DA06C42-D401-012F-2007-8D27147AD377}"/>
          </ac:spMkLst>
        </pc:spChg>
        <pc:spChg chg="mod">
          <ac:chgData name="Gianluca Rota" userId="741ea600a0951509" providerId="LiveId" clId="{ABDEB660-C30E-4CF4-AAFC-0E1D7567D007}" dt="2025-02-14T10:24:51.585" v="1517" actId="1076"/>
          <ac:spMkLst>
            <pc:docMk/>
            <pc:sldMk cId="4190264464" sldId="263"/>
            <ac:spMk id="5" creationId="{6C0D3A8E-53AC-D716-5256-03D020886A49}"/>
          </ac:spMkLst>
        </pc:spChg>
        <pc:picChg chg="del">
          <ac:chgData name="Gianluca Rota" userId="741ea600a0951509" providerId="LiveId" clId="{ABDEB660-C30E-4CF4-AAFC-0E1D7567D007}" dt="2025-02-14T09:58:54.254" v="984" actId="478"/>
          <ac:picMkLst>
            <pc:docMk/>
            <pc:sldMk cId="4190264464" sldId="263"/>
            <ac:picMk id="3" creationId="{F56125D3-6385-7B5B-3D2F-4F69E9860AEE}"/>
          </ac:picMkLst>
        </pc:picChg>
        <pc:picChg chg="add mod">
          <ac:chgData name="Gianluca Rota" userId="741ea600a0951509" providerId="LiveId" clId="{ABDEB660-C30E-4CF4-AAFC-0E1D7567D007}" dt="2025-02-14T10:23:24.780" v="1487" actId="1076"/>
          <ac:picMkLst>
            <pc:docMk/>
            <pc:sldMk cId="4190264464" sldId="263"/>
            <ac:picMk id="6" creationId="{116E3DED-A08D-AB39-E0F7-1EDB3F7B1D72}"/>
          </ac:picMkLst>
        </pc:picChg>
        <pc:picChg chg="del">
          <ac:chgData name="Gianluca Rota" userId="741ea600a0951509" providerId="LiveId" clId="{ABDEB660-C30E-4CF4-AAFC-0E1D7567D007}" dt="2025-02-14T09:03:31.623" v="972" actId="478"/>
          <ac:picMkLst>
            <pc:docMk/>
            <pc:sldMk cId="4190264464" sldId="263"/>
            <ac:picMk id="6" creationId="{AE74626E-2465-43E6-2F51-8AF8085134D8}"/>
          </ac:picMkLst>
        </pc:picChg>
        <pc:picChg chg="add mod">
          <ac:chgData name="Gianluca Rota" userId="741ea600a0951509" providerId="LiveId" clId="{ABDEB660-C30E-4CF4-AAFC-0E1D7567D007}" dt="2025-02-14T09:06:48.085" v="977" actId="1076"/>
          <ac:picMkLst>
            <pc:docMk/>
            <pc:sldMk cId="4190264464" sldId="263"/>
            <ac:picMk id="7" creationId="{F0CFAD50-DDDB-19DC-8824-A82676B695C3}"/>
          </ac:picMkLst>
        </pc:picChg>
        <pc:picChg chg="del">
          <ac:chgData name="Gianluca Rota" userId="741ea600a0951509" providerId="LiveId" clId="{ABDEB660-C30E-4CF4-AAFC-0E1D7567D007}" dt="2025-02-14T09:59:05.913" v="986" actId="478"/>
          <ac:picMkLst>
            <pc:docMk/>
            <pc:sldMk cId="4190264464" sldId="263"/>
            <ac:picMk id="8" creationId="{BB625294-7C04-86FC-604C-1434524A52F6}"/>
          </ac:picMkLst>
        </pc:picChg>
        <pc:picChg chg="add mod">
          <ac:chgData name="Gianluca Rota" userId="741ea600a0951509" providerId="LiveId" clId="{ABDEB660-C30E-4CF4-AAFC-0E1D7567D007}" dt="2025-02-14T10:25:23.243" v="1520" actId="1076"/>
          <ac:picMkLst>
            <pc:docMk/>
            <pc:sldMk cId="4190264464" sldId="263"/>
            <ac:picMk id="10" creationId="{BAEB4409-038D-BA70-F7CB-BD40326E1468}"/>
          </ac:picMkLst>
        </pc:picChg>
        <pc:picChg chg="add mod">
          <ac:chgData name="Gianluca Rota" userId="741ea600a0951509" providerId="LiveId" clId="{ABDEB660-C30E-4CF4-AAFC-0E1D7567D007}" dt="2025-02-14T10:26:01.167" v="1526" actId="1076"/>
          <ac:picMkLst>
            <pc:docMk/>
            <pc:sldMk cId="4190264464" sldId="263"/>
            <ac:picMk id="12" creationId="{EAB25DAC-894B-7431-BC96-7E201489074E}"/>
          </ac:picMkLst>
        </pc:picChg>
        <pc:picChg chg="del">
          <ac:chgData name="Gianluca Rota" userId="741ea600a0951509" providerId="LiveId" clId="{ABDEB660-C30E-4CF4-AAFC-0E1D7567D007}" dt="2025-02-14T09:58:50.855" v="983" actId="478"/>
          <ac:picMkLst>
            <pc:docMk/>
            <pc:sldMk cId="4190264464" sldId="263"/>
            <ac:picMk id="16" creationId="{F348B331-58F5-490D-DAB6-CFD288B40860}"/>
          </ac:picMkLst>
        </pc:picChg>
        <pc:picChg chg="del">
          <ac:chgData name="Gianluca Rota" userId="741ea600a0951509" providerId="LiveId" clId="{ABDEB660-C30E-4CF4-AAFC-0E1D7567D007}" dt="2025-02-14T09:59:08.381" v="987" actId="478"/>
          <ac:picMkLst>
            <pc:docMk/>
            <pc:sldMk cId="4190264464" sldId="263"/>
            <ac:picMk id="20" creationId="{99EA69EB-A30C-E328-BCEE-511183248A61}"/>
          </ac:picMkLst>
        </pc:picChg>
      </pc:sldChg>
      <pc:sldChg chg="addSp delSp modSp mod delAnim modAnim">
        <pc:chgData name="Gianluca Rota" userId="741ea600a0951509" providerId="LiveId" clId="{ABDEB660-C30E-4CF4-AAFC-0E1D7567D007}" dt="2025-02-14T11:49:17.675" v="2363"/>
        <pc:sldMkLst>
          <pc:docMk/>
          <pc:sldMk cId="2288928877" sldId="264"/>
        </pc:sldMkLst>
        <pc:spChg chg="add del mod">
          <ac:chgData name="Gianluca Rota" userId="741ea600a0951509" providerId="LiveId" clId="{ABDEB660-C30E-4CF4-AAFC-0E1D7567D007}" dt="2025-02-14T11:17:20.987" v="2117" actId="478"/>
          <ac:spMkLst>
            <pc:docMk/>
            <pc:sldMk cId="2288928877" sldId="264"/>
            <ac:spMk id="2" creationId="{1D5CCD66-0D0A-A88D-B94B-5CD30B181CC0}"/>
          </ac:spMkLst>
        </pc:spChg>
        <pc:spChg chg="add mod">
          <ac:chgData name="Gianluca Rota" userId="741ea600a0951509" providerId="LiveId" clId="{ABDEB660-C30E-4CF4-AAFC-0E1D7567D007}" dt="2025-02-14T11:12:55.382" v="1937"/>
          <ac:spMkLst>
            <pc:docMk/>
            <pc:sldMk cId="2288928877" sldId="264"/>
            <ac:spMk id="4" creationId="{34845C18-7E10-04AD-B1F7-A8229DBEC566}"/>
          </ac:spMkLst>
        </pc:spChg>
        <pc:spChg chg="mod">
          <ac:chgData name="Gianluca Rota" userId="741ea600a0951509" providerId="LiveId" clId="{ABDEB660-C30E-4CF4-AAFC-0E1D7567D007}" dt="2025-02-14T11:10:39.798" v="1933" actId="1076"/>
          <ac:spMkLst>
            <pc:docMk/>
            <pc:sldMk cId="2288928877" sldId="264"/>
            <ac:spMk id="5" creationId="{D532DFD2-93C0-6908-666D-2CFE236A5E9E}"/>
          </ac:spMkLst>
        </pc:spChg>
        <pc:spChg chg="add mod">
          <ac:chgData name="Gianluca Rota" userId="741ea600a0951509" providerId="LiveId" clId="{ABDEB660-C30E-4CF4-AAFC-0E1D7567D007}" dt="2025-02-14T11:49:17.675" v="2363"/>
          <ac:spMkLst>
            <pc:docMk/>
            <pc:sldMk cId="2288928877" sldId="264"/>
            <ac:spMk id="6" creationId="{8F09C284-11CB-8E89-5734-7AB2B170AB9A}"/>
          </ac:spMkLst>
        </pc:spChg>
        <pc:spChg chg="add del mod">
          <ac:chgData name="Gianluca Rota" userId="741ea600a0951509" providerId="LiveId" clId="{ABDEB660-C30E-4CF4-AAFC-0E1D7567D007}" dt="2025-02-14T11:29:02.561" v="2230" actId="478"/>
          <ac:spMkLst>
            <pc:docMk/>
            <pc:sldMk cId="2288928877" sldId="264"/>
            <ac:spMk id="24" creationId="{F9ECF82A-85BB-E28E-50A9-DBEF89B47D09}"/>
          </ac:spMkLst>
        </pc:spChg>
        <pc:spChg chg="add mod">
          <ac:chgData name="Gianluca Rota" userId="741ea600a0951509" providerId="LiveId" clId="{ABDEB660-C30E-4CF4-AAFC-0E1D7567D007}" dt="2025-02-14T11:29:03.100" v="2231"/>
          <ac:spMkLst>
            <pc:docMk/>
            <pc:sldMk cId="2288928877" sldId="264"/>
            <ac:spMk id="26" creationId="{94B308B3-B156-3D50-64C3-BB39F6ADBED8}"/>
          </ac:spMkLst>
        </pc:spChg>
        <pc:spChg chg="add mod">
          <ac:chgData name="Gianluca Rota" userId="741ea600a0951509" providerId="LiveId" clId="{ABDEB660-C30E-4CF4-AAFC-0E1D7567D007}" dt="2025-02-14T11:34:51.715" v="2256" actId="1076"/>
          <ac:spMkLst>
            <pc:docMk/>
            <pc:sldMk cId="2288928877" sldId="264"/>
            <ac:spMk id="27" creationId="{4196629E-8D65-8871-B7A7-40AE8E479924}"/>
          </ac:spMkLst>
        </pc:spChg>
        <pc:spChg chg="add mod">
          <ac:chgData name="Gianluca Rota" userId="741ea600a0951509" providerId="LiveId" clId="{ABDEB660-C30E-4CF4-AAFC-0E1D7567D007}" dt="2025-02-14T11:34:45.093" v="2254" actId="1076"/>
          <ac:spMkLst>
            <pc:docMk/>
            <pc:sldMk cId="2288928877" sldId="264"/>
            <ac:spMk id="28" creationId="{70661BD7-9CC2-55BC-A261-D431DE0CD201}"/>
          </ac:spMkLst>
        </pc:spChg>
        <pc:spChg chg="add mod">
          <ac:chgData name="Gianluca Rota" userId="741ea600a0951509" providerId="LiveId" clId="{ABDEB660-C30E-4CF4-AAFC-0E1D7567D007}" dt="2025-02-14T11:38:00.898" v="2306" actId="1076"/>
          <ac:spMkLst>
            <pc:docMk/>
            <pc:sldMk cId="2288928877" sldId="264"/>
            <ac:spMk id="34" creationId="{1098A339-BDA2-1910-8488-893765D64866}"/>
          </ac:spMkLst>
        </pc:spChg>
        <pc:spChg chg="add mod">
          <ac:chgData name="Gianluca Rota" userId="741ea600a0951509" providerId="LiveId" clId="{ABDEB660-C30E-4CF4-AAFC-0E1D7567D007}" dt="2025-02-14T11:36:29.732" v="2295" actId="1076"/>
          <ac:spMkLst>
            <pc:docMk/>
            <pc:sldMk cId="2288928877" sldId="264"/>
            <ac:spMk id="35" creationId="{5B6D5C92-7725-F3FB-4D34-68583C248049}"/>
          </ac:spMkLst>
        </pc:spChg>
        <pc:grpChg chg="del">
          <ac:chgData name="Gianluca Rota" userId="741ea600a0951509" providerId="LiveId" clId="{ABDEB660-C30E-4CF4-AAFC-0E1D7567D007}" dt="2025-02-14T11:07:37.912" v="1879" actId="478"/>
          <ac:grpSpMkLst>
            <pc:docMk/>
            <pc:sldMk cId="2288928877" sldId="264"/>
            <ac:grpSpMk id="16" creationId="{1C0D25B8-4ED8-B769-DA1F-EF9CBD783803}"/>
          </ac:grpSpMkLst>
        </pc:grpChg>
        <pc:grpChg chg="del">
          <ac:chgData name="Gianluca Rota" userId="741ea600a0951509" providerId="LiveId" clId="{ABDEB660-C30E-4CF4-AAFC-0E1D7567D007}" dt="2025-02-14T11:07:41.700" v="1880" actId="478"/>
          <ac:grpSpMkLst>
            <pc:docMk/>
            <pc:sldMk cId="2288928877" sldId="264"/>
            <ac:grpSpMk id="17" creationId="{99B13FE8-A996-4279-D481-56CDBFC0C348}"/>
          </ac:grpSpMkLst>
        </pc:grpChg>
        <pc:picChg chg="del">
          <ac:chgData name="Gianluca Rota" userId="741ea600a0951509" providerId="LiveId" clId="{ABDEB660-C30E-4CF4-AAFC-0E1D7567D007}" dt="2025-02-14T11:07:19.233" v="1873" actId="478"/>
          <ac:picMkLst>
            <pc:docMk/>
            <pc:sldMk cId="2288928877" sldId="264"/>
            <ac:picMk id="3" creationId="{9D202E49-CD13-B85D-23E9-A7CBC82ECE24}"/>
          </ac:picMkLst>
        </pc:picChg>
        <pc:picChg chg="del">
          <ac:chgData name="Gianluca Rota" userId="741ea600a0951509" providerId="LiveId" clId="{ABDEB660-C30E-4CF4-AAFC-0E1D7567D007}" dt="2025-02-14T11:07:35.276" v="1878" actId="478"/>
          <ac:picMkLst>
            <pc:docMk/>
            <pc:sldMk cId="2288928877" sldId="264"/>
            <ac:picMk id="8" creationId="{47DB0C3E-0ADA-BBF8-48DB-88C0FABAE95F}"/>
          </ac:picMkLst>
        </pc:picChg>
        <pc:picChg chg="del">
          <ac:chgData name="Gianluca Rota" userId="741ea600a0951509" providerId="LiveId" clId="{ABDEB660-C30E-4CF4-AAFC-0E1D7567D007}" dt="2025-02-14T11:07:30.889" v="1877" actId="478"/>
          <ac:picMkLst>
            <pc:docMk/>
            <pc:sldMk cId="2288928877" sldId="264"/>
            <ac:picMk id="10" creationId="{C409894E-8F65-8909-8AC3-5E32D97B009D}"/>
          </ac:picMkLst>
        </pc:picChg>
        <pc:picChg chg="del">
          <ac:chgData name="Gianluca Rota" userId="741ea600a0951509" providerId="LiveId" clId="{ABDEB660-C30E-4CF4-AAFC-0E1D7567D007}" dt="2025-02-14T11:07:27.957" v="1876" actId="478"/>
          <ac:picMkLst>
            <pc:docMk/>
            <pc:sldMk cId="2288928877" sldId="264"/>
            <ac:picMk id="11" creationId="{A9AD8CF6-4E77-5647-F199-BE8CA95DC7D2}"/>
          </ac:picMkLst>
        </pc:picChg>
        <pc:picChg chg="del">
          <ac:chgData name="Gianluca Rota" userId="741ea600a0951509" providerId="LiveId" clId="{ABDEB660-C30E-4CF4-AAFC-0E1D7567D007}" dt="2025-02-14T11:07:22.601" v="1874" actId="478"/>
          <ac:picMkLst>
            <pc:docMk/>
            <pc:sldMk cId="2288928877" sldId="264"/>
            <ac:picMk id="12" creationId="{ED9D4CBF-A2FE-F88D-DC32-352C90A58FC6}"/>
          </ac:picMkLst>
        </pc:picChg>
        <pc:picChg chg="del">
          <ac:chgData name="Gianluca Rota" userId="741ea600a0951509" providerId="LiveId" clId="{ABDEB660-C30E-4CF4-AAFC-0E1D7567D007}" dt="2025-02-14T11:07:24.643" v="1875" actId="478"/>
          <ac:picMkLst>
            <pc:docMk/>
            <pc:sldMk cId="2288928877" sldId="264"/>
            <ac:picMk id="13" creationId="{051042D5-3F97-6F0A-F14E-3F2418B5FE18}"/>
          </ac:picMkLst>
        </pc:picChg>
        <pc:picChg chg="add mod">
          <ac:chgData name="Gianluca Rota" userId="741ea600a0951509" providerId="LiveId" clId="{ABDEB660-C30E-4CF4-AAFC-0E1D7567D007}" dt="2025-02-14T11:28:31.235" v="2224" actId="1076"/>
          <ac:picMkLst>
            <pc:docMk/>
            <pc:sldMk cId="2288928877" sldId="264"/>
            <ac:picMk id="19" creationId="{99AC853C-4F11-D08E-3CF7-59ABA0770F34}"/>
          </ac:picMkLst>
        </pc:picChg>
        <pc:picChg chg="add mod">
          <ac:chgData name="Gianluca Rota" userId="741ea600a0951509" providerId="LiveId" clId="{ABDEB660-C30E-4CF4-AAFC-0E1D7567D007}" dt="2025-02-14T11:21:56.286" v="2210" actId="1076"/>
          <ac:picMkLst>
            <pc:docMk/>
            <pc:sldMk cId="2288928877" sldId="264"/>
            <ac:picMk id="21" creationId="{2AE52EDD-4ABC-DA29-0FA9-75F39921A1A0}"/>
          </ac:picMkLst>
        </pc:picChg>
        <pc:picChg chg="add mod">
          <ac:chgData name="Gianluca Rota" userId="741ea600a0951509" providerId="LiveId" clId="{ABDEB660-C30E-4CF4-AAFC-0E1D7567D007}" dt="2025-02-14T11:36:41.283" v="2299" actId="1076"/>
          <ac:picMkLst>
            <pc:docMk/>
            <pc:sldMk cId="2288928877" sldId="264"/>
            <ac:picMk id="23" creationId="{8D101E9E-CB5A-82F8-5FAD-B9C3873C7072}"/>
          </ac:picMkLst>
        </pc:picChg>
        <pc:picChg chg="add mod">
          <ac:chgData name="Gianluca Rota" userId="741ea600a0951509" providerId="LiveId" clId="{ABDEB660-C30E-4CF4-AAFC-0E1D7567D007}" dt="2025-02-14T11:28:22.131" v="2223" actId="1076"/>
          <ac:picMkLst>
            <pc:docMk/>
            <pc:sldMk cId="2288928877" sldId="264"/>
            <ac:picMk id="25" creationId="{EDFF0C8E-62A1-527B-C8E3-13BC58ED8ACA}"/>
          </ac:picMkLst>
        </pc:picChg>
        <pc:picChg chg="add mod">
          <ac:chgData name="Gianluca Rota" userId="741ea600a0951509" providerId="LiveId" clId="{ABDEB660-C30E-4CF4-AAFC-0E1D7567D007}" dt="2025-02-14T11:29:38.648" v="2244" actId="571"/>
          <ac:picMkLst>
            <pc:docMk/>
            <pc:sldMk cId="2288928877" sldId="264"/>
            <ac:picMk id="29" creationId="{77FC40EE-72E0-FD5F-9860-578C18B5E254}"/>
          </ac:picMkLst>
        </pc:picChg>
        <pc:picChg chg="add mod">
          <ac:chgData name="Gianluca Rota" userId="741ea600a0951509" providerId="LiveId" clId="{ABDEB660-C30E-4CF4-AAFC-0E1D7567D007}" dt="2025-02-14T11:36:32.612" v="2296" actId="1076"/>
          <ac:picMkLst>
            <pc:docMk/>
            <pc:sldMk cId="2288928877" sldId="264"/>
            <ac:picMk id="31" creationId="{F60566EE-6FE9-3A6D-9BD4-A854E2A00F43}"/>
          </ac:picMkLst>
        </pc:picChg>
        <pc:picChg chg="add mod">
          <ac:chgData name="Gianluca Rota" userId="741ea600a0951509" providerId="LiveId" clId="{ABDEB660-C30E-4CF4-AAFC-0E1D7567D007}" dt="2025-02-14T11:37:57.186" v="2305" actId="1076"/>
          <ac:picMkLst>
            <pc:docMk/>
            <pc:sldMk cId="2288928877" sldId="264"/>
            <ac:picMk id="33" creationId="{2B014823-6152-06CA-3D99-BFF8B1DE570E}"/>
          </ac:picMkLst>
        </pc:picChg>
        <pc:picChg chg="add mod">
          <ac:chgData name="Gianluca Rota" userId="741ea600a0951509" providerId="LiveId" clId="{ABDEB660-C30E-4CF4-AAFC-0E1D7567D007}" dt="2025-02-14T11:37:54.710" v="2304" actId="1076"/>
          <ac:picMkLst>
            <pc:docMk/>
            <pc:sldMk cId="2288928877" sldId="264"/>
            <ac:picMk id="37" creationId="{EC503E1D-67F3-8600-CE6A-250A2184CDA0}"/>
          </ac:picMkLst>
        </pc:picChg>
      </pc:sldChg>
      <pc:sldChg chg="addSp delSp modSp mod delAnim modAnim">
        <pc:chgData name="Gianluca Rota" userId="741ea600a0951509" providerId="LiveId" clId="{ABDEB660-C30E-4CF4-AAFC-0E1D7567D007}" dt="2025-02-14T12:05:02.956" v="2572" actId="14100"/>
        <pc:sldMkLst>
          <pc:docMk/>
          <pc:sldMk cId="1937840745" sldId="265"/>
        </pc:sldMkLst>
        <pc:spChg chg="add del">
          <ac:chgData name="Gianluca Rota" userId="741ea600a0951509" providerId="LiveId" clId="{ABDEB660-C30E-4CF4-AAFC-0E1D7567D007}" dt="2025-02-14T11:50:07.950" v="2365" actId="22"/>
          <ac:spMkLst>
            <pc:docMk/>
            <pc:sldMk cId="1937840745" sldId="265"/>
            <ac:spMk id="4" creationId="{86F7EA2F-ABDA-65F2-DDEE-C78607D83297}"/>
          </ac:spMkLst>
        </pc:spChg>
        <pc:spChg chg="mod">
          <ac:chgData name="Gianluca Rota" userId="741ea600a0951509" providerId="LiveId" clId="{ABDEB660-C30E-4CF4-AAFC-0E1D7567D007}" dt="2025-02-14T11:56:27.514" v="2498" actId="1076"/>
          <ac:spMkLst>
            <pc:docMk/>
            <pc:sldMk cId="1937840745" sldId="265"/>
            <ac:spMk id="5" creationId="{53AEE145-D132-0E81-6CB1-D02A13127EF7}"/>
          </ac:spMkLst>
        </pc:spChg>
        <pc:spChg chg="add del mod">
          <ac:chgData name="Gianluca Rota" userId="741ea600a0951509" providerId="LiveId" clId="{ABDEB660-C30E-4CF4-AAFC-0E1D7567D007}" dt="2025-02-14T11:51:26.639" v="2416" actId="478"/>
          <ac:spMkLst>
            <pc:docMk/>
            <pc:sldMk cId="1937840745" sldId="265"/>
            <ac:spMk id="15" creationId="{81B92193-84D6-0088-FD88-099204062C67}"/>
          </ac:spMkLst>
        </pc:spChg>
        <pc:spChg chg="add del mod">
          <ac:chgData name="Gianluca Rota" userId="741ea600a0951509" providerId="LiveId" clId="{ABDEB660-C30E-4CF4-AAFC-0E1D7567D007}" dt="2025-02-14T11:56:07.846" v="2487" actId="478"/>
          <ac:spMkLst>
            <pc:docMk/>
            <pc:sldMk cId="1937840745" sldId="265"/>
            <ac:spMk id="28" creationId="{CEB7FBD3-AD36-C849-7E22-B1A408413DFC}"/>
          </ac:spMkLst>
        </pc:spChg>
        <pc:spChg chg="add mod">
          <ac:chgData name="Gianluca Rota" userId="741ea600a0951509" providerId="LiveId" clId="{ABDEB660-C30E-4CF4-AAFC-0E1D7567D007}" dt="2025-02-14T11:56:52.691" v="2500" actId="1076"/>
          <ac:spMkLst>
            <pc:docMk/>
            <pc:sldMk cId="1937840745" sldId="265"/>
            <ac:spMk id="29" creationId="{45B5A6C2-3A5C-1B54-85CC-3002F3B286D4}"/>
          </ac:spMkLst>
        </pc:spChg>
        <pc:grpChg chg="del mod">
          <ac:chgData name="Gianluca Rota" userId="741ea600a0951509" providerId="LiveId" clId="{ABDEB660-C30E-4CF4-AAFC-0E1D7567D007}" dt="2025-02-14T11:45:32.431" v="2357" actId="21"/>
          <ac:grpSpMkLst>
            <pc:docMk/>
            <pc:sldMk cId="1937840745" sldId="265"/>
            <ac:grpSpMk id="21" creationId="{9E0190FF-F51E-4A7F-F4C3-3CBF98AC0B93}"/>
          </ac:grpSpMkLst>
        </pc:grpChg>
        <pc:grpChg chg="del">
          <ac:chgData name="Gianluca Rota" userId="741ea600a0951509" providerId="LiveId" clId="{ABDEB660-C30E-4CF4-AAFC-0E1D7567D007}" dt="2025-02-14T11:45:37.234" v="2359" actId="21"/>
          <ac:grpSpMkLst>
            <pc:docMk/>
            <pc:sldMk cId="1937840745" sldId="265"/>
            <ac:grpSpMk id="22" creationId="{DD80A322-30EB-EFB2-066D-BC92560674F4}"/>
          </ac:grpSpMkLst>
        </pc:grpChg>
        <pc:grpChg chg="del">
          <ac:chgData name="Gianluca Rota" userId="741ea600a0951509" providerId="LiveId" clId="{ABDEB660-C30E-4CF4-AAFC-0E1D7567D007}" dt="2025-02-14T11:45:34.924" v="2358" actId="21"/>
          <ac:grpSpMkLst>
            <pc:docMk/>
            <pc:sldMk cId="1937840745" sldId="265"/>
            <ac:grpSpMk id="23" creationId="{E0D3786C-5781-63E4-B20E-348156385D03}"/>
          </ac:grpSpMkLst>
        </pc:grpChg>
        <pc:picChg chg="del">
          <ac:chgData name="Gianluca Rota" userId="741ea600a0951509" providerId="LiveId" clId="{ABDEB660-C30E-4CF4-AAFC-0E1D7567D007}" dt="2025-02-14T11:44:59.200" v="2348" actId="478"/>
          <ac:picMkLst>
            <pc:docMk/>
            <pc:sldMk cId="1937840745" sldId="265"/>
            <ac:picMk id="8" creationId="{9B7A608C-6C76-64D3-1FA2-E7FD1DCEAAA3}"/>
          </ac:picMkLst>
        </pc:picChg>
        <pc:picChg chg="del">
          <ac:chgData name="Gianluca Rota" userId="741ea600a0951509" providerId="LiveId" clId="{ABDEB660-C30E-4CF4-AAFC-0E1D7567D007}" dt="2025-02-14T11:44:48.162" v="2347" actId="478"/>
          <ac:picMkLst>
            <pc:docMk/>
            <pc:sldMk cId="1937840745" sldId="265"/>
            <ac:picMk id="10" creationId="{7A83A8AB-87B6-21DC-068D-23BA8FE5D87B}"/>
          </ac:picMkLst>
        </pc:picChg>
        <pc:picChg chg="del">
          <ac:chgData name="Gianluca Rota" userId="741ea600a0951509" providerId="LiveId" clId="{ABDEB660-C30E-4CF4-AAFC-0E1D7567D007}" dt="2025-02-14T11:45:01.176" v="2349" actId="478"/>
          <ac:picMkLst>
            <pc:docMk/>
            <pc:sldMk cId="1937840745" sldId="265"/>
            <ac:picMk id="11" creationId="{E5FCB006-B8C3-A105-241A-960BA0D2B8F2}"/>
          </ac:picMkLst>
        </pc:picChg>
        <pc:picChg chg="del">
          <ac:chgData name="Gianluca Rota" userId="741ea600a0951509" providerId="LiveId" clId="{ABDEB660-C30E-4CF4-AAFC-0E1D7567D007}" dt="2025-02-14T11:45:03.764" v="2350" actId="478"/>
          <ac:picMkLst>
            <pc:docMk/>
            <pc:sldMk cId="1937840745" sldId="265"/>
            <ac:picMk id="13" creationId="{53943F4B-D598-37F9-9933-60B62A787D52}"/>
          </ac:picMkLst>
        </pc:picChg>
        <pc:picChg chg="del">
          <ac:chgData name="Gianluca Rota" userId="741ea600a0951509" providerId="LiveId" clId="{ABDEB660-C30E-4CF4-AAFC-0E1D7567D007}" dt="2025-02-14T11:45:06.654" v="2351" actId="478"/>
          <ac:picMkLst>
            <pc:docMk/>
            <pc:sldMk cId="1937840745" sldId="265"/>
            <ac:picMk id="14" creationId="{BF7D7B60-CBCA-5544-76EF-7E45871BC343}"/>
          </ac:picMkLst>
        </pc:picChg>
        <pc:picChg chg="add del mod">
          <ac:chgData name="Gianluca Rota" userId="741ea600a0951509" providerId="LiveId" clId="{ABDEB660-C30E-4CF4-AAFC-0E1D7567D007}" dt="2025-02-14T11:54:45.242" v="2441" actId="478"/>
          <ac:picMkLst>
            <pc:docMk/>
            <pc:sldMk cId="1937840745" sldId="265"/>
            <ac:picMk id="17" creationId="{4CCB7AB1-0059-2E05-BF11-C936507874BA}"/>
          </ac:picMkLst>
        </pc:picChg>
        <pc:picChg chg="add del mod">
          <ac:chgData name="Gianluca Rota" userId="741ea600a0951509" providerId="LiveId" clId="{ABDEB660-C30E-4CF4-AAFC-0E1D7567D007}" dt="2025-02-14T11:54:43.272" v="2440" actId="478"/>
          <ac:picMkLst>
            <pc:docMk/>
            <pc:sldMk cId="1937840745" sldId="265"/>
            <ac:picMk id="25" creationId="{7B46997B-223C-5FCC-D06F-BF2114FDCB44}"/>
          </ac:picMkLst>
        </pc:picChg>
        <pc:picChg chg="add del mod">
          <ac:chgData name="Gianluca Rota" userId="741ea600a0951509" providerId="LiveId" clId="{ABDEB660-C30E-4CF4-AAFC-0E1D7567D007}" dt="2025-02-14T12:01:21.673" v="2537" actId="478"/>
          <ac:picMkLst>
            <pc:docMk/>
            <pc:sldMk cId="1937840745" sldId="265"/>
            <ac:picMk id="27" creationId="{C0FEF007-6147-8C4D-4CED-4AC79BEB952D}"/>
          </ac:picMkLst>
        </pc:picChg>
        <pc:picChg chg="add del mod">
          <ac:chgData name="Gianluca Rota" userId="741ea600a0951509" providerId="LiveId" clId="{ABDEB660-C30E-4CF4-AAFC-0E1D7567D007}" dt="2025-02-14T11:59:25.859" v="2518" actId="478"/>
          <ac:picMkLst>
            <pc:docMk/>
            <pc:sldMk cId="1937840745" sldId="265"/>
            <ac:picMk id="31" creationId="{EEA71686-1C02-E64D-2674-C907424EF6CC}"/>
          </ac:picMkLst>
        </pc:picChg>
        <pc:picChg chg="add del mod">
          <ac:chgData name="Gianluca Rota" userId="741ea600a0951509" providerId="LiveId" clId="{ABDEB660-C30E-4CF4-AAFC-0E1D7567D007}" dt="2025-02-14T11:59:22.902" v="2517" actId="478"/>
          <ac:picMkLst>
            <pc:docMk/>
            <pc:sldMk cId="1937840745" sldId="265"/>
            <ac:picMk id="33" creationId="{E5ECA069-1AFB-3DF7-F3F1-070C6DAF8B3E}"/>
          </ac:picMkLst>
        </pc:picChg>
        <pc:picChg chg="add del mod">
          <ac:chgData name="Gianluca Rota" userId="741ea600a0951509" providerId="LiveId" clId="{ABDEB660-C30E-4CF4-AAFC-0E1D7567D007}" dt="2025-02-14T12:00:11.615" v="2527" actId="478"/>
          <ac:picMkLst>
            <pc:docMk/>
            <pc:sldMk cId="1937840745" sldId="265"/>
            <ac:picMk id="35" creationId="{16B69C37-44E4-21EF-B3F7-74878892B499}"/>
          </ac:picMkLst>
        </pc:picChg>
        <pc:picChg chg="add mod">
          <ac:chgData name="Gianluca Rota" userId="741ea600a0951509" providerId="LiveId" clId="{ABDEB660-C30E-4CF4-AAFC-0E1D7567D007}" dt="2025-02-14T12:05:02.956" v="2572" actId="14100"/>
          <ac:picMkLst>
            <pc:docMk/>
            <pc:sldMk cId="1937840745" sldId="265"/>
            <ac:picMk id="37" creationId="{91C8E291-171A-12C4-4657-AED9D879FD12}"/>
          </ac:picMkLst>
        </pc:picChg>
        <pc:picChg chg="add del">
          <ac:chgData name="Gianluca Rota" userId="741ea600a0951509" providerId="LiveId" clId="{ABDEB660-C30E-4CF4-AAFC-0E1D7567D007}" dt="2025-02-14T12:01:31.209" v="2540" actId="22"/>
          <ac:picMkLst>
            <pc:docMk/>
            <pc:sldMk cId="1937840745" sldId="265"/>
            <ac:picMk id="39" creationId="{0512E7BE-A629-0FEA-E747-D6BF10B549AA}"/>
          </ac:picMkLst>
        </pc:picChg>
        <pc:picChg chg="add del mod">
          <ac:chgData name="Gianluca Rota" userId="741ea600a0951509" providerId="LiveId" clId="{ABDEB660-C30E-4CF4-AAFC-0E1D7567D007}" dt="2025-02-14T12:03:40.941" v="2564" actId="478"/>
          <ac:picMkLst>
            <pc:docMk/>
            <pc:sldMk cId="1937840745" sldId="265"/>
            <ac:picMk id="41" creationId="{9F4C2DC9-46D3-8E05-517D-DA6DE7DAA92F}"/>
          </ac:picMkLst>
        </pc:picChg>
        <pc:picChg chg="add del mod">
          <ac:chgData name="Gianluca Rota" userId="741ea600a0951509" providerId="LiveId" clId="{ABDEB660-C30E-4CF4-AAFC-0E1D7567D007}" dt="2025-02-14T12:03:39.049" v="2563" actId="478"/>
          <ac:picMkLst>
            <pc:docMk/>
            <pc:sldMk cId="1937840745" sldId="265"/>
            <ac:picMk id="43" creationId="{8593C646-B399-D004-13E9-D9086F52725D}"/>
          </ac:picMkLst>
        </pc:picChg>
        <pc:picChg chg="add del mod">
          <ac:chgData name="Gianluca Rota" userId="741ea600a0951509" providerId="LiveId" clId="{ABDEB660-C30E-4CF4-AAFC-0E1D7567D007}" dt="2025-02-14T12:03:25.681" v="2560" actId="22"/>
          <ac:picMkLst>
            <pc:docMk/>
            <pc:sldMk cId="1937840745" sldId="265"/>
            <ac:picMk id="45" creationId="{4D1FA4FA-1A85-4FDA-D032-3F4917E0197D}"/>
          </ac:picMkLst>
        </pc:picChg>
        <pc:picChg chg="add mod">
          <ac:chgData name="Gianluca Rota" userId="741ea600a0951509" providerId="LiveId" clId="{ABDEB660-C30E-4CF4-AAFC-0E1D7567D007}" dt="2025-02-14T12:03:50.870" v="2569" actId="14100"/>
          <ac:picMkLst>
            <pc:docMk/>
            <pc:sldMk cId="1937840745" sldId="265"/>
            <ac:picMk id="47" creationId="{74E1089D-CFEF-7B7A-292C-4DB54AEFC2AB}"/>
          </ac:picMkLst>
        </pc:picChg>
      </pc:sldChg>
      <pc:sldChg chg="addSp delSp modSp mod delAnim modAnim">
        <pc:chgData name="Gianluca Rota" userId="741ea600a0951509" providerId="LiveId" clId="{ABDEB660-C30E-4CF4-AAFC-0E1D7567D007}" dt="2025-02-14T13:23:36.717" v="2920"/>
        <pc:sldMkLst>
          <pc:docMk/>
          <pc:sldMk cId="399258602" sldId="266"/>
        </pc:sldMkLst>
        <pc:spChg chg="add mod">
          <ac:chgData name="Gianluca Rota" userId="741ea600a0951509" providerId="LiveId" clId="{ABDEB660-C30E-4CF4-AAFC-0E1D7567D007}" dt="2025-02-14T13:21:58.682" v="2904" actId="14100"/>
          <ac:spMkLst>
            <pc:docMk/>
            <pc:sldMk cId="399258602" sldId="266"/>
            <ac:spMk id="4" creationId="{87709CC7-D599-D44D-DF9F-549F793B886C}"/>
          </ac:spMkLst>
        </pc:spChg>
        <pc:spChg chg="mod">
          <ac:chgData name="Gianluca Rota" userId="741ea600a0951509" providerId="LiveId" clId="{ABDEB660-C30E-4CF4-AAFC-0E1D7567D007}" dt="2025-02-14T12:06:50.340" v="2596" actId="20577"/>
          <ac:spMkLst>
            <pc:docMk/>
            <pc:sldMk cId="399258602" sldId="266"/>
            <ac:spMk id="5" creationId="{6E29F438-9F64-BF07-CBCE-B8D57EA3FC82}"/>
          </ac:spMkLst>
        </pc:spChg>
        <pc:spChg chg="add del mod">
          <ac:chgData name="Gianluca Rota" userId="741ea600a0951509" providerId="LiveId" clId="{ABDEB660-C30E-4CF4-AAFC-0E1D7567D007}" dt="2025-02-14T12:16:10.017" v="2818"/>
          <ac:spMkLst>
            <pc:docMk/>
            <pc:sldMk cId="399258602" sldId="266"/>
            <ac:spMk id="11" creationId="{DD4C67F0-4E91-C749-71D3-FBE51EF2F7F4}"/>
          </ac:spMkLst>
        </pc:spChg>
        <pc:spChg chg="add del mod">
          <ac:chgData name="Gianluca Rota" userId="741ea600a0951509" providerId="LiveId" clId="{ABDEB660-C30E-4CF4-AAFC-0E1D7567D007}" dt="2025-02-14T12:16:45.708" v="2840" actId="478"/>
          <ac:spMkLst>
            <pc:docMk/>
            <pc:sldMk cId="399258602" sldId="266"/>
            <ac:spMk id="14" creationId="{F247F81C-6DE8-1DC5-F756-1997B258B2B9}"/>
          </ac:spMkLst>
        </pc:spChg>
        <pc:spChg chg="add del mod">
          <ac:chgData name="Gianluca Rota" userId="741ea600a0951509" providerId="LiveId" clId="{ABDEB660-C30E-4CF4-AAFC-0E1D7567D007}" dt="2025-02-14T12:17:26.668" v="2863" actId="478"/>
          <ac:spMkLst>
            <pc:docMk/>
            <pc:sldMk cId="399258602" sldId="266"/>
            <ac:spMk id="16" creationId="{5B481DCD-5480-2612-CB42-0C1C41935124}"/>
          </ac:spMkLst>
        </pc:spChg>
        <pc:spChg chg="add mod">
          <ac:chgData name="Gianluca Rota" userId="741ea600a0951509" providerId="LiveId" clId="{ABDEB660-C30E-4CF4-AAFC-0E1D7567D007}" dt="2025-02-14T12:16:23.150" v="2828" actId="20577"/>
          <ac:spMkLst>
            <pc:docMk/>
            <pc:sldMk cId="399258602" sldId="266"/>
            <ac:spMk id="21" creationId="{E1FF7CAA-CA01-E30D-449F-4A39C33C42A5}"/>
          </ac:spMkLst>
        </pc:spChg>
        <pc:spChg chg="add mod">
          <ac:chgData name="Gianluca Rota" userId="741ea600a0951509" providerId="LiveId" clId="{ABDEB660-C30E-4CF4-AAFC-0E1D7567D007}" dt="2025-02-14T12:17:09.067" v="2853" actId="20577"/>
          <ac:spMkLst>
            <pc:docMk/>
            <pc:sldMk cId="399258602" sldId="266"/>
            <ac:spMk id="22" creationId="{DC75BDAC-ED31-FAAD-1723-7CDA3DBDFBC7}"/>
          </ac:spMkLst>
        </pc:spChg>
        <pc:spChg chg="add mod">
          <ac:chgData name="Gianluca Rota" userId="741ea600a0951509" providerId="LiveId" clId="{ABDEB660-C30E-4CF4-AAFC-0E1D7567D007}" dt="2025-02-14T12:17:15.070" v="2854"/>
          <ac:spMkLst>
            <pc:docMk/>
            <pc:sldMk cId="399258602" sldId="266"/>
            <ac:spMk id="23" creationId="{D21529E8-70AB-ADC0-B12E-1ED479A6601B}"/>
          </ac:spMkLst>
        </pc:spChg>
        <pc:spChg chg="add mod">
          <ac:chgData name="Gianluca Rota" userId="741ea600a0951509" providerId="LiveId" clId="{ABDEB660-C30E-4CF4-AAFC-0E1D7567D007}" dt="2025-02-14T12:18:14.069" v="2879" actId="1076"/>
          <ac:spMkLst>
            <pc:docMk/>
            <pc:sldMk cId="399258602" sldId="266"/>
            <ac:spMk id="24" creationId="{F73D3215-49F6-8002-F5B3-C5F5C6A316CB}"/>
          </ac:spMkLst>
        </pc:spChg>
        <pc:spChg chg="add mod">
          <ac:chgData name="Gianluca Rota" userId="741ea600a0951509" providerId="LiveId" clId="{ABDEB660-C30E-4CF4-AAFC-0E1D7567D007}" dt="2025-02-14T12:19:10.068" v="2887" actId="1076"/>
          <ac:spMkLst>
            <pc:docMk/>
            <pc:sldMk cId="399258602" sldId="266"/>
            <ac:spMk id="25" creationId="{B0545E17-1B1B-48C7-A79B-13046CC93D9E}"/>
          </ac:spMkLst>
        </pc:spChg>
        <pc:picChg chg="add mod">
          <ac:chgData name="Gianluca Rota" userId="741ea600a0951509" providerId="LiveId" clId="{ABDEB660-C30E-4CF4-AAFC-0E1D7567D007}" dt="2025-02-14T12:07:01.138" v="2598"/>
          <ac:picMkLst>
            <pc:docMk/>
            <pc:sldMk cId="399258602" sldId="266"/>
            <ac:picMk id="2" creationId="{4332655E-4B20-B770-8BC8-E4CBDA56231E}"/>
          </ac:picMkLst>
        </pc:picChg>
        <pc:picChg chg="del">
          <ac:chgData name="Gianluca Rota" userId="741ea600a0951509" providerId="LiveId" clId="{ABDEB660-C30E-4CF4-AAFC-0E1D7567D007}" dt="2025-02-14T12:07:00.794" v="2597" actId="478"/>
          <ac:picMkLst>
            <pc:docMk/>
            <pc:sldMk cId="399258602" sldId="266"/>
            <ac:picMk id="3" creationId="{0C1D7166-1946-1834-BC2D-B91137DD632A}"/>
          </ac:picMkLst>
        </pc:picChg>
        <pc:picChg chg="del">
          <ac:chgData name="Gianluca Rota" userId="741ea600a0951509" providerId="LiveId" clId="{ABDEB660-C30E-4CF4-AAFC-0E1D7567D007}" dt="2025-02-14T12:06:34.751" v="2574" actId="478"/>
          <ac:picMkLst>
            <pc:docMk/>
            <pc:sldMk cId="399258602" sldId="266"/>
            <ac:picMk id="6" creationId="{66ABDD8E-7677-BD8A-58D3-C91FA8F14B66}"/>
          </ac:picMkLst>
        </pc:picChg>
        <pc:picChg chg="del">
          <ac:chgData name="Gianluca Rota" userId="741ea600a0951509" providerId="LiveId" clId="{ABDEB660-C30E-4CF4-AAFC-0E1D7567D007}" dt="2025-02-14T12:06:38.791" v="2576" actId="478"/>
          <ac:picMkLst>
            <pc:docMk/>
            <pc:sldMk cId="399258602" sldId="266"/>
            <ac:picMk id="8" creationId="{60AA702C-BB1D-3C05-A6B3-F4306E189B4B}"/>
          </ac:picMkLst>
        </pc:picChg>
        <pc:picChg chg="add mod">
          <ac:chgData name="Gianluca Rota" userId="741ea600a0951509" providerId="LiveId" clId="{ABDEB660-C30E-4CF4-AAFC-0E1D7567D007}" dt="2025-02-14T12:15:50.074" v="2812" actId="1076"/>
          <ac:picMkLst>
            <pc:docMk/>
            <pc:sldMk cId="399258602" sldId="266"/>
            <ac:picMk id="9" creationId="{287CEEEA-FA81-ED78-C3DF-516F2F237354}"/>
          </ac:picMkLst>
        </pc:picChg>
        <pc:picChg chg="del">
          <ac:chgData name="Gianluca Rota" userId="741ea600a0951509" providerId="LiveId" clId="{ABDEB660-C30E-4CF4-AAFC-0E1D7567D007}" dt="2025-02-14T12:06:36.775" v="2575" actId="478"/>
          <ac:picMkLst>
            <pc:docMk/>
            <pc:sldMk cId="399258602" sldId="266"/>
            <ac:picMk id="10" creationId="{1CB27754-6F19-D648-F1A9-F1F2859FD52C}"/>
          </ac:picMkLst>
        </pc:picChg>
        <pc:picChg chg="add mod">
          <ac:chgData name="Gianluca Rota" userId="741ea600a0951509" providerId="LiveId" clId="{ABDEB660-C30E-4CF4-AAFC-0E1D7567D007}" dt="2025-02-14T12:16:48.028" v="2841" actId="1076"/>
          <ac:picMkLst>
            <pc:docMk/>
            <pc:sldMk cId="399258602" sldId="266"/>
            <ac:picMk id="13" creationId="{6D6FF6B2-C332-9393-A2D8-4CE3C947B51B}"/>
          </ac:picMkLst>
        </pc:picChg>
        <pc:picChg chg="del">
          <ac:chgData name="Gianluca Rota" userId="741ea600a0951509" providerId="LiveId" clId="{ABDEB660-C30E-4CF4-AAFC-0E1D7567D007}" dt="2025-02-14T12:06:32.433" v="2573" actId="478"/>
          <ac:picMkLst>
            <pc:docMk/>
            <pc:sldMk cId="399258602" sldId="266"/>
            <ac:picMk id="15" creationId="{6F9B3164-01DB-622B-CA68-3BB78B95F8D1}"/>
          </ac:picMkLst>
        </pc:picChg>
        <pc:picChg chg="add mod">
          <ac:chgData name="Gianluca Rota" userId="741ea600a0951509" providerId="LiveId" clId="{ABDEB660-C30E-4CF4-AAFC-0E1D7567D007}" dt="2025-02-14T12:18:03.824" v="2875" actId="14100"/>
          <ac:picMkLst>
            <pc:docMk/>
            <pc:sldMk cId="399258602" sldId="266"/>
            <ac:picMk id="18" creationId="{45032C54-E803-DF26-978D-3DC6B9FE869C}"/>
          </ac:picMkLst>
        </pc:picChg>
        <pc:picChg chg="add mod">
          <ac:chgData name="Gianluca Rota" userId="741ea600a0951509" providerId="LiveId" clId="{ABDEB660-C30E-4CF4-AAFC-0E1D7567D007}" dt="2025-02-14T12:18:10.310" v="2878" actId="14100"/>
          <ac:picMkLst>
            <pc:docMk/>
            <pc:sldMk cId="399258602" sldId="266"/>
            <ac:picMk id="20" creationId="{B109F2D3-AE7C-5F1A-BA20-7F614064752E}"/>
          </ac:picMkLst>
        </pc:picChg>
        <pc:picChg chg="add mod">
          <ac:chgData name="Gianluca Rota" userId="741ea600a0951509" providerId="LiveId" clId="{ABDEB660-C30E-4CF4-AAFC-0E1D7567D007}" dt="2025-02-14T12:19:43.688" v="2894" actId="1076"/>
          <ac:picMkLst>
            <pc:docMk/>
            <pc:sldMk cId="399258602" sldId="266"/>
            <ac:picMk id="27" creationId="{3D6C612C-5993-9252-578F-0956D33EC138}"/>
          </ac:picMkLst>
        </pc:picChg>
        <pc:picChg chg="add mod">
          <ac:chgData name="Gianluca Rota" userId="741ea600a0951509" providerId="LiveId" clId="{ABDEB660-C30E-4CF4-AAFC-0E1D7567D007}" dt="2025-02-14T12:20:17.168" v="2901" actId="1076"/>
          <ac:picMkLst>
            <pc:docMk/>
            <pc:sldMk cId="399258602" sldId="266"/>
            <ac:picMk id="29" creationId="{CC2B675A-EF49-00B8-3B02-B7E3B0D6E7B6}"/>
          </ac:picMkLst>
        </pc:picChg>
      </pc:sldChg>
      <pc:sldChg chg="addSp delSp modSp mod addAnim delAnim modAnim">
        <pc:chgData name="Gianluca Rota" userId="741ea600a0951509" providerId="LiveId" clId="{ABDEB660-C30E-4CF4-AAFC-0E1D7567D007}" dt="2025-02-14T10:43:55.363" v="1687" actId="1076"/>
        <pc:sldMkLst>
          <pc:docMk/>
          <pc:sldMk cId="202124178" sldId="267"/>
        </pc:sldMkLst>
        <pc:spChg chg="del mod">
          <ac:chgData name="Gianluca Rota" userId="741ea600a0951509" providerId="LiveId" clId="{ABDEB660-C30E-4CF4-AAFC-0E1D7567D007}" dt="2025-02-14T10:07:17.920" v="1034" actId="478"/>
          <ac:spMkLst>
            <pc:docMk/>
            <pc:sldMk cId="202124178" sldId="267"/>
            <ac:spMk id="5" creationId="{1B847565-DF47-7261-3767-C7F922DA525C}"/>
          </ac:spMkLst>
        </pc:spChg>
        <pc:spChg chg="add mod">
          <ac:chgData name="Gianluca Rota" userId="741ea600a0951509" providerId="LiveId" clId="{ABDEB660-C30E-4CF4-AAFC-0E1D7567D007}" dt="2025-02-14T10:35:44.118" v="1662" actId="20577"/>
          <ac:spMkLst>
            <pc:docMk/>
            <pc:sldMk cId="202124178" sldId="267"/>
            <ac:spMk id="6" creationId="{25AF61D4-0644-30DC-ADDF-7D81BF7BEBC2}"/>
          </ac:spMkLst>
        </pc:spChg>
        <pc:spChg chg="add del mod">
          <ac:chgData name="Gianluca Rota" userId="741ea600a0951509" providerId="LiveId" clId="{ABDEB660-C30E-4CF4-AAFC-0E1D7567D007}" dt="2025-02-14T10:43:55.363" v="1687" actId="1076"/>
          <ac:spMkLst>
            <pc:docMk/>
            <pc:sldMk cId="202124178" sldId="267"/>
            <ac:spMk id="8" creationId="{C1E2C2BA-6AED-2E0B-EB16-FE83A11426F5}"/>
          </ac:spMkLst>
        </pc:spChg>
        <pc:graphicFrameChg chg="del modGraphic">
          <ac:chgData name="Gianluca Rota" userId="741ea600a0951509" providerId="LiveId" clId="{ABDEB660-C30E-4CF4-AAFC-0E1D7567D007}" dt="2025-02-14T10:02:36.741" v="1000" actId="478"/>
          <ac:graphicFrameMkLst>
            <pc:docMk/>
            <pc:sldMk cId="202124178" sldId="267"/>
            <ac:graphicFrameMk id="3" creationId="{E9033B17-5BFC-4520-DD31-6E1B27A8F909}"/>
          </ac:graphicFrameMkLst>
        </pc:graphicFrameChg>
        <pc:picChg chg="add del mod">
          <ac:chgData name="Gianluca Rota" userId="741ea600a0951509" providerId="LiveId" clId="{ABDEB660-C30E-4CF4-AAFC-0E1D7567D007}" dt="2025-02-14T10:34:23.340" v="1637" actId="478"/>
          <ac:picMkLst>
            <pc:docMk/>
            <pc:sldMk cId="202124178" sldId="267"/>
            <ac:picMk id="4" creationId="{B1E3065B-5760-71ED-0A35-C8343D706EBF}"/>
          </ac:picMkLst>
        </pc:picChg>
        <pc:picChg chg="del">
          <ac:chgData name="Gianluca Rota" userId="741ea600a0951509" providerId="LiveId" clId="{ABDEB660-C30E-4CF4-AAFC-0E1D7567D007}" dt="2025-02-14T10:31:15.608" v="1552" actId="478"/>
          <ac:picMkLst>
            <pc:docMk/>
            <pc:sldMk cId="202124178" sldId="267"/>
            <ac:picMk id="9" creationId="{5E103607-AA27-50D2-AA8E-321B47F7F894}"/>
          </ac:picMkLst>
        </pc:picChg>
        <pc:picChg chg="add mod">
          <ac:chgData name="Gianluca Rota" userId="741ea600a0951509" providerId="LiveId" clId="{ABDEB660-C30E-4CF4-AAFC-0E1D7567D007}" dt="2025-02-14T10:39:33.134" v="1669" actId="1076"/>
          <ac:picMkLst>
            <pc:docMk/>
            <pc:sldMk cId="202124178" sldId="267"/>
            <ac:picMk id="10" creationId="{A007E222-9B50-716B-9110-A385F17AF62A}"/>
          </ac:picMkLst>
        </pc:picChg>
        <pc:picChg chg="del">
          <ac:chgData name="Gianluca Rota" userId="741ea600a0951509" providerId="LiveId" clId="{ABDEB660-C30E-4CF4-AAFC-0E1D7567D007}" dt="2025-02-14T10:07:21.404" v="1035" actId="478"/>
          <ac:picMkLst>
            <pc:docMk/>
            <pc:sldMk cId="202124178" sldId="267"/>
            <ac:picMk id="11" creationId="{3BA489D9-9059-617B-D9AC-ACC5B95253C3}"/>
          </ac:picMkLst>
        </pc:picChg>
        <pc:picChg chg="del">
          <ac:chgData name="Gianluca Rota" userId="741ea600a0951509" providerId="LiveId" clId="{ABDEB660-C30E-4CF4-AAFC-0E1D7567D007}" dt="2025-02-14T10:07:23.608" v="1036" actId="478"/>
          <ac:picMkLst>
            <pc:docMk/>
            <pc:sldMk cId="202124178" sldId="267"/>
            <ac:picMk id="13" creationId="{9935FF02-3A96-635A-D614-E79195C2646F}"/>
          </ac:picMkLst>
        </pc:picChg>
        <pc:picChg chg="add mod">
          <ac:chgData name="Gianluca Rota" userId="741ea600a0951509" providerId="LiveId" clId="{ABDEB660-C30E-4CF4-AAFC-0E1D7567D007}" dt="2025-02-14T10:37:32.719" v="1663"/>
          <ac:picMkLst>
            <pc:docMk/>
            <pc:sldMk cId="202124178" sldId="267"/>
            <ac:picMk id="14" creationId="{33F1E360-9A40-DEE8-AED7-56E6F2D193D0}"/>
          </ac:picMkLst>
        </pc:picChg>
        <pc:picChg chg="add del mod">
          <ac:chgData name="Gianluca Rota" userId="741ea600a0951509" providerId="LiveId" clId="{ABDEB660-C30E-4CF4-AAFC-0E1D7567D007}" dt="2025-02-14T10:37:44.067" v="1666" actId="478"/>
          <ac:picMkLst>
            <pc:docMk/>
            <pc:sldMk cId="202124178" sldId="267"/>
            <ac:picMk id="16" creationId="{DCFAA0FD-03D9-6508-06AD-93A197273DC6}"/>
          </ac:picMkLst>
        </pc:picChg>
        <pc:picChg chg="add mod">
          <ac:chgData name="Gianluca Rota" userId="741ea600a0951509" providerId="LiveId" clId="{ABDEB660-C30E-4CF4-AAFC-0E1D7567D007}" dt="2025-02-14T10:38:26.971" v="1668" actId="1076"/>
          <ac:picMkLst>
            <pc:docMk/>
            <pc:sldMk cId="202124178" sldId="267"/>
            <ac:picMk id="18" creationId="{0BD1599A-6ADB-2DC1-DC0B-E708D7FA4F3E}"/>
          </ac:picMkLst>
        </pc:picChg>
        <pc:picChg chg="add mod">
          <ac:chgData name="Gianluca Rota" userId="741ea600a0951509" providerId="LiveId" clId="{ABDEB660-C30E-4CF4-AAFC-0E1D7567D007}" dt="2025-02-14T10:40:38.286" v="1673" actId="1440"/>
          <ac:picMkLst>
            <pc:docMk/>
            <pc:sldMk cId="202124178" sldId="267"/>
            <ac:picMk id="20" creationId="{051EED80-7990-4DF1-CA07-E405F026B23F}"/>
          </ac:picMkLst>
        </pc:picChg>
      </pc:sldChg>
      <pc:sldChg chg="addSp delSp modSp mod delAnim modAnim">
        <pc:chgData name="Gianluca Rota" userId="741ea600a0951509" providerId="LiveId" clId="{ABDEB660-C30E-4CF4-AAFC-0E1D7567D007}" dt="2025-02-14T11:11:08.524" v="1935" actId="1076"/>
        <pc:sldMkLst>
          <pc:docMk/>
          <pc:sldMk cId="542617531" sldId="268"/>
        </pc:sldMkLst>
        <pc:spChg chg="add mod">
          <ac:chgData name="Gianluca Rota" userId="741ea600a0951509" providerId="LiveId" clId="{ABDEB660-C30E-4CF4-AAFC-0E1D7567D007}" dt="2025-02-14T10:50:13.027" v="1760" actId="14100"/>
          <ac:spMkLst>
            <pc:docMk/>
            <pc:sldMk cId="542617531" sldId="268"/>
            <ac:spMk id="4" creationId="{3C6B41F0-532D-1473-64AA-41BE6CDAC961}"/>
          </ac:spMkLst>
        </pc:spChg>
        <pc:spChg chg="mod">
          <ac:chgData name="Gianluca Rota" userId="741ea600a0951509" providerId="LiveId" clId="{ABDEB660-C30E-4CF4-AAFC-0E1D7567D007}" dt="2025-02-14T10:48:57.919" v="1724" actId="20577"/>
          <ac:spMkLst>
            <pc:docMk/>
            <pc:sldMk cId="542617531" sldId="268"/>
            <ac:spMk id="8" creationId="{58D34DBB-6E19-084A-D886-730B02AACDE5}"/>
          </ac:spMkLst>
        </pc:spChg>
        <pc:spChg chg="del">
          <ac:chgData name="Gianluca Rota" userId="741ea600a0951509" providerId="LiveId" clId="{ABDEB660-C30E-4CF4-AAFC-0E1D7567D007}" dt="2025-02-14T10:07:31.948" v="1037" actId="478"/>
          <ac:spMkLst>
            <pc:docMk/>
            <pc:sldMk cId="542617531" sldId="268"/>
            <ac:spMk id="10" creationId="{A8AFF0D7-683B-F49B-0521-5201DF259CE8}"/>
          </ac:spMkLst>
        </pc:spChg>
        <pc:spChg chg="add mod">
          <ac:chgData name="Gianluca Rota" userId="741ea600a0951509" providerId="LiveId" clId="{ABDEB660-C30E-4CF4-AAFC-0E1D7567D007}" dt="2025-02-14T10:55:32.772" v="1803" actId="14100"/>
          <ac:spMkLst>
            <pc:docMk/>
            <pc:sldMk cId="542617531" sldId="268"/>
            <ac:spMk id="15" creationId="{E7E14582-34BE-217D-1D90-9D513047EB0A}"/>
          </ac:spMkLst>
        </pc:spChg>
        <pc:spChg chg="add mod">
          <ac:chgData name="Gianluca Rota" userId="741ea600a0951509" providerId="LiveId" clId="{ABDEB660-C30E-4CF4-AAFC-0E1D7567D007}" dt="2025-02-14T10:58:57.104" v="1832" actId="1076"/>
          <ac:spMkLst>
            <pc:docMk/>
            <pc:sldMk cId="542617531" sldId="268"/>
            <ac:spMk id="20" creationId="{31B13C18-E078-E578-818B-CCEA1A874F8C}"/>
          </ac:spMkLst>
        </pc:spChg>
        <pc:spChg chg="add mod">
          <ac:chgData name="Gianluca Rota" userId="741ea600a0951509" providerId="LiveId" clId="{ABDEB660-C30E-4CF4-AAFC-0E1D7567D007}" dt="2025-02-14T10:59:51.534" v="1839" actId="1076"/>
          <ac:spMkLst>
            <pc:docMk/>
            <pc:sldMk cId="542617531" sldId="268"/>
            <ac:spMk id="25" creationId="{A380ABAD-474E-164C-8795-552071CD3473}"/>
          </ac:spMkLst>
        </pc:spChg>
        <pc:graphicFrameChg chg="del">
          <ac:chgData name="Gianluca Rota" userId="741ea600a0951509" providerId="LiveId" clId="{ABDEB660-C30E-4CF4-AAFC-0E1D7567D007}" dt="2025-02-14T10:07:46.384" v="1041" actId="478"/>
          <ac:graphicFrameMkLst>
            <pc:docMk/>
            <pc:sldMk cId="542617531" sldId="268"/>
            <ac:graphicFrameMk id="2" creationId="{6CD6558B-6A0B-7A5C-88B1-27CE9CF48EF7}"/>
          </ac:graphicFrameMkLst>
        </pc:graphicFrameChg>
        <pc:picChg chg="del">
          <ac:chgData name="Gianluca Rota" userId="741ea600a0951509" providerId="LiveId" clId="{ABDEB660-C30E-4CF4-AAFC-0E1D7567D007}" dt="2025-02-14T10:07:34.996" v="1038" actId="478"/>
          <ac:picMkLst>
            <pc:docMk/>
            <pc:sldMk cId="542617531" sldId="268"/>
            <ac:picMk id="3" creationId="{AA5FC5BD-DBFA-303C-374F-55DF0F7FDD71}"/>
          </ac:picMkLst>
        </pc:picChg>
        <pc:picChg chg="add mod">
          <ac:chgData name="Gianluca Rota" userId="741ea600a0951509" providerId="LiveId" clId="{ABDEB660-C30E-4CF4-AAFC-0E1D7567D007}" dt="2025-02-14T10:51:45.229" v="1766" actId="1076"/>
          <ac:picMkLst>
            <pc:docMk/>
            <pc:sldMk cId="542617531" sldId="268"/>
            <ac:picMk id="6" creationId="{A2188EE7-38AA-A2E3-9D10-22FD857949B6}"/>
          </ac:picMkLst>
        </pc:picChg>
        <pc:picChg chg="del">
          <ac:chgData name="Gianluca Rota" userId="741ea600a0951509" providerId="LiveId" clId="{ABDEB660-C30E-4CF4-AAFC-0E1D7567D007}" dt="2025-02-14T10:07:38.868" v="1039" actId="478"/>
          <ac:picMkLst>
            <pc:docMk/>
            <pc:sldMk cId="542617531" sldId="268"/>
            <ac:picMk id="7" creationId="{A4E5E568-DD35-29BE-1808-B68041E110C9}"/>
          </ac:picMkLst>
        </pc:picChg>
        <pc:picChg chg="add mod">
          <ac:chgData name="Gianluca Rota" userId="741ea600a0951509" providerId="LiveId" clId="{ABDEB660-C30E-4CF4-AAFC-0E1D7567D007}" dt="2025-02-14T10:52:33.241" v="1772" actId="1076"/>
          <ac:picMkLst>
            <pc:docMk/>
            <pc:sldMk cId="542617531" sldId="268"/>
            <ac:picMk id="11" creationId="{4514EE50-91B2-0752-1786-B0EE8EFC6A98}"/>
          </ac:picMkLst>
        </pc:picChg>
        <pc:picChg chg="add mod">
          <ac:chgData name="Gianluca Rota" userId="741ea600a0951509" providerId="LiveId" clId="{ABDEB660-C30E-4CF4-AAFC-0E1D7567D007}" dt="2025-02-14T10:53:09.015" v="1779" actId="1076"/>
          <ac:picMkLst>
            <pc:docMk/>
            <pc:sldMk cId="542617531" sldId="268"/>
            <ac:picMk id="13" creationId="{E43E26A0-225F-8EA0-3148-5F24FE9CE862}"/>
          </ac:picMkLst>
        </pc:picChg>
        <pc:picChg chg="del">
          <ac:chgData name="Gianluca Rota" userId="741ea600a0951509" providerId="LiveId" clId="{ABDEB660-C30E-4CF4-AAFC-0E1D7567D007}" dt="2025-02-14T10:07:41.400" v="1040" actId="478"/>
          <ac:picMkLst>
            <pc:docMk/>
            <pc:sldMk cId="542617531" sldId="268"/>
            <ac:picMk id="14" creationId="{CF43AFC8-4EE9-C7A1-1DE6-4C94D984D2E0}"/>
          </ac:picMkLst>
        </pc:picChg>
        <pc:picChg chg="add mod">
          <ac:chgData name="Gianluca Rota" userId="741ea600a0951509" providerId="LiveId" clId="{ABDEB660-C30E-4CF4-AAFC-0E1D7567D007}" dt="2025-02-14T10:56:32.916" v="1813" actId="14100"/>
          <ac:picMkLst>
            <pc:docMk/>
            <pc:sldMk cId="542617531" sldId="268"/>
            <ac:picMk id="17" creationId="{A3C42A1E-D7DB-5AA2-61CA-179D2E3F4BE9}"/>
          </ac:picMkLst>
        </pc:picChg>
        <pc:picChg chg="add mod">
          <ac:chgData name="Gianluca Rota" userId="741ea600a0951509" providerId="LiveId" clId="{ABDEB660-C30E-4CF4-AAFC-0E1D7567D007}" dt="2025-02-14T11:11:08.524" v="1935" actId="1076"/>
          <ac:picMkLst>
            <pc:docMk/>
            <pc:sldMk cId="542617531" sldId="268"/>
            <ac:picMk id="19" creationId="{231ABCF8-83E9-EE15-4B1D-0C2C313C57CE}"/>
          </ac:picMkLst>
        </pc:picChg>
        <pc:picChg chg="add mod">
          <ac:chgData name="Gianluca Rota" userId="741ea600a0951509" providerId="LiveId" clId="{ABDEB660-C30E-4CF4-AAFC-0E1D7567D007}" dt="2025-02-14T10:58:14.834" v="1826" actId="1076"/>
          <ac:picMkLst>
            <pc:docMk/>
            <pc:sldMk cId="542617531" sldId="268"/>
            <ac:picMk id="22" creationId="{FC08EE41-A6E3-276E-E61C-B5B972C2D3E1}"/>
          </ac:picMkLst>
        </pc:picChg>
        <pc:picChg chg="add mod">
          <ac:chgData name="Gianluca Rota" userId="741ea600a0951509" providerId="LiveId" clId="{ABDEB660-C30E-4CF4-AAFC-0E1D7567D007}" dt="2025-02-14T11:11:05.283" v="1934" actId="1076"/>
          <ac:picMkLst>
            <pc:docMk/>
            <pc:sldMk cId="542617531" sldId="268"/>
            <ac:picMk id="24" creationId="{9FC3D5B4-0E82-9207-8E86-74834E728ADF}"/>
          </ac:picMkLst>
        </pc:picChg>
        <pc:picChg chg="add mod">
          <ac:chgData name="Gianluca Rota" userId="741ea600a0951509" providerId="LiveId" clId="{ABDEB660-C30E-4CF4-AAFC-0E1D7567D007}" dt="2025-02-14T11:02:14.081" v="1846" actId="1076"/>
          <ac:picMkLst>
            <pc:docMk/>
            <pc:sldMk cId="542617531" sldId="268"/>
            <ac:picMk id="27" creationId="{610A65ED-2B61-AD8F-C86C-B0B6853C07C4}"/>
          </ac:picMkLst>
        </pc:picChg>
        <pc:picChg chg="add mod">
          <ac:chgData name="Gianluca Rota" userId="741ea600a0951509" providerId="LiveId" clId="{ABDEB660-C30E-4CF4-AAFC-0E1D7567D007}" dt="2025-02-14T11:02:11.778" v="1845" actId="1076"/>
          <ac:picMkLst>
            <pc:docMk/>
            <pc:sldMk cId="542617531" sldId="268"/>
            <ac:picMk id="29" creationId="{7F20F7C8-1658-6F63-8BB2-AD4D64FF83EF}"/>
          </ac:picMkLst>
        </pc:picChg>
      </pc:sldChg>
      <pc:sldChg chg="addSp delSp modSp mod delAnim modAnim">
        <pc:chgData name="Gianluca Rota" userId="741ea600a0951509" providerId="LiveId" clId="{ABDEB660-C30E-4CF4-AAFC-0E1D7567D007}" dt="2025-02-14T10:01:00.296" v="997"/>
        <pc:sldMkLst>
          <pc:docMk/>
          <pc:sldMk cId="3226373615" sldId="269"/>
        </pc:sldMkLst>
        <pc:spChg chg="mod">
          <ac:chgData name="Gianluca Rota" userId="741ea600a0951509" providerId="LiveId" clId="{ABDEB660-C30E-4CF4-AAFC-0E1D7567D007}" dt="2025-02-14T07:44:51.595" v="87" actId="1076"/>
          <ac:spMkLst>
            <pc:docMk/>
            <pc:sldMk cId="3226373615" sldId="269"/>
            <ac:spMk id="14" creationId="{2A000DA6-A739-4B8D-B4E3-308E88A38985}"/>
          </ac:spMkLst>
        </pc:spChg>
        <pc:spChg chg="mod">
          <ac:chgData name="Gianluca Rota" userId="741ea600a0951509" providerId="LiveId" clId="{ABDEB660-C30E-4CF4-AAFC-0E1D7567D007}" dt="2025-02-14T07:42:29.326" v="38" actId="14100"/>
          <ac:spMkLst>
            <pc:docMk/>
            <pc:sldMk cId="3226373615" sldId="269"/>
            <ac:spMk id="25" creationId="{75056214-02FA-FADF-D1EB-6D62D624111A}"/>
          </ac:spMkLst>
        </pc:spChg>
        <pc:picChg chg="add mod">
          <ac:chgData name="Gianluca Rota" userId="741ea600a0951509" providerId="LiveId" clId="{ABDEB660-C30E-4CF4-AAFC-0E1D7567D007}" dt="2025-02-14T08:21:30.038" v="476" actId="1076"/>
          <ac:picMkLst>
            <pc:docMk/>
            <pc:sldMk cId="3226373615" sldId="269"/>
            <ac:picMk id="3" creationId="{C0BD5023-BD63-AC9D-728E-DA571096D9D0}"/>
          </ac:picMkLst>
        </pc:picChg>
        <pc:picChg chg="add del mod">
          <ac:chgData name="Gianluca Rota" userId="741ea600a0951509" providerId="LiveId" clId="{ABDEB660-C30E-4CF4-AAFC-0E1D7567D007}" dt="2025-02-14T07:50:35.831" v="117" actId="478"/>
          <ac:picMkLst>
            <pc:docMk/>
            <pc:sldMk cId="3226373615" sldId="269"/>
            <ac:picMk id="5" creationId="{D57FBC5D-00AA-D127-A699-54266E592F51}"/>
          </ac:picMkLst>
        </pc:picChg>
        <pc:picChg chg="del">
          <ac:chgData name="Gianluca Rota" userId="741ea600a0951509" providerId="LiveId" clId="{ABDEB660-C30E-4CF4-AAFC-0E1D7567D007}" dt="2025-02-14T07:41:49.543" v="4" actId="478"/>
          <ac:picMkLst>
            <pc:docMk/>
            <pc:sldMk cId="3226373615" sldId="269"/>
            <ac:picMk id="8" creationId="{684A1E1D-65D7-875E-FB20-BB16735AFC4B}"/>
          </ac:picMkLst>
        </pc:picChg>
        <pc:picChg chg="del">
          <ac:chgData name="Gianluca Rota" userId="741ea600a0951509" providerId="LiveId" clId="{ABDEB660-C30E-4CF4-AAFC-0E1D7567D007}" dt="2025-02-14T07:41:44.979" v="2" actId="478"/>
          <ac:picMkLst>
            <pc:docMk/>
            <pc:sldMk cId="3226373615" sldId="269"/>
            <ac:picMk id="9" creationId="{BB716E9A-950B-8386-17CA-B07511A1A735}"/>
          </ac:picMkLst>
        </pc:picChg>
        <pc:picChg chg="del">
          <ac:chgData name="Gianluca Rota" userId="741ea600a0951509" providerId="LiveId" clId="{ABDEB660-C30E-4CF4-AAFC-0E1D7567D007}" dt="2025-02-14T07:41:13.804" v="0" actId="478"/>
          <ac:picMkLst>
            <pc:docMk/>
            <pc:sldMk cId="3226373615" sldId="269"/>
            <ac:picMk id="10" creationId="{1F3DFC32-51A0-C517-CBB8-BF7ABADD1F1A}"/>
          </ac:picMkLst>
        </pc:picChg>
        <pc:picChg chg="del">
          <ac:chgData name="Gianluca Rota" userId="741ea600a0951509" providerId="LiveId" clId="{ABDEB660-C30E-4CF4-AAFC-0E1D7567D007}" dt="2025-02-14T07:41:40.270" v="1" actId="478"/>
          <ac:picMkLst>
            <pc:docMk/>
            <pc:sldMk cId="3226373615" sldId="269"/>
            <ac:picMk id="11" creationId="{6D8DBE24-E981-0ED7-FF53-2B05B467E21E}"/>
          </ac:picMkLst>
        </pc:picChg>
        <pc:picChg chg="del">
          <ac:chgData name="Gianluca Rota" userId="741ea600a0951509" providerId="LiveId" clId="{ABDEB660-C30E-4CF4-AAFC-0E1D7567D007}" dt="2025-02-14T07:44:27.886" v="84" actId="478"/>
          <ac:picMkLst>
            <pc:docMk/>
            <pc:sldMk cId="3226373615" sldId="269"/>
            <ac:picMk id="13" creationId="{17904B94-B3AC-9CBD-E2E7-FA213F06226E}"/>
          </ac:picMkLst>
        </pc:picChg>
        <pc:picChg chg="del">
          <ac:chgData name="Gianluca Rota" userId="741ea600a0951509" providerId="LiveId" clId="{ABDEB660-C30E-4CF4-AAFC-0E1D7567D007}" dt="2025-02-14T07:41:47.391" v="3" actId="478"/>
          <ac:picMkLst>
            <pc:docMk/>
            <pc:sldMk cId="3226373615" sldId="269"/>
            <ac:picMk id="19" creationId="{85E79CDF-3930-F827-32F0-54F583D6E443}"/>
          </ac:picMkLst>
        </pc:picChg>
        <pc:picChg chg="del">
          <ac:chgData name="Gianluca Rota" userId="741ea600a0951509" providerId="LiveId" clId="{ABDEB660-C30E-4CF4-AAFC-0E1D7567D007}" dt="2025-02-14T07:44:39.732" v="86" actId="478"/>
          <ac:picMkLst>
            <pc:docMk/>
            <pc:sldMk cId="3226373615" sldId="269"/>
            <ac:picMk id="21" creationId="{972A48FE-59CE-4F3B-C99F-471BB5781A04}"/>
          </ac:picMkLst>
        </pc:picChg>
      </pc:sldChg>
      <pc:sldChg chg="addSp delSp modSp mod delAnim modAnim">
        <pc:chgData name="Gianluca Rota" userId="741ea600a0951509" providerId="LiveId" clId="{ABDEB660-C30E-4CF4-AAFC-0E1D7567D007}" dt="2025-02-14T10:11:10.718" v="1051"/>
        <pc:sldMkLst>
          <pc:docMk/>
          <pc:sldMk cId="3455583140" sldId="272"/>
        </pc:sldMkLst>
        <pc:spChg chg="add mod">
          <ac:chgData name="Gianluca Rota" userId="741ea600a0951509" providerId="LiveId" clId="{ABDEB660-C30E-4CF4-AAFC-0E1D7567D007}" dt="2025-02-14T08:58:01.685" v="930" actId="1076"/>
          <ac:spMkLst>
            <pc:docMk/>
            <pc:sldMk cId="3455583140" sldId="272"/>
            <ac:spMk id="5" creationId="{6B2A602D-43CB-AF98-0A9E-D7625FCA4F62}"/>
          </ac:spMkLst>
        </pc:spChg>
        <pc:spChg chg="add mod">
          <ac:chgData name="Gianluca Rota" userId="741ea600a0951509" providerId="LiveId" clId="{ABDEB660-C30E-4CF4-AAFC-0E1D7567D007}" dt="2025-02-14T08:56:14.544" v="823" actId="571"/>
          <ac:spMkLst>
            <pc:docMk/>
            <pc:sldMk cId="3455583140" sldId="272"/>
            <ac:spMk id="6" creationId="{7D5BA81C-0F12-6DA9-1372-963B7D5EABF5}"/>
          </ac:spMkLst>
        </pc:spChg>
        <pc:spChg chg="mod">
          <ac:chgData name="Gianluca Rota" userId="741ea600a0951509" providerId="LiveId" clId="{ABDEB660-C30E-4CF4-AAFC-0E1D7567D007}" dt="2025-02-14T08:55:58.052" v="820" actId="20577"/>
          <ac:spMkLst>
            <pc:docMk/>
            <pc:sldMk cId="3455583140" sldId="272"/>
            <ac:spMk id="7" creationId="{7532141F-12FA-6212-775C-E4E15F071B87}"/>
          </ac:spMkLst>
        </pc:spChg>
        <pc:spChg chg="add mod">
          <ac:chgData name="Gianluca Rota" userId="741ea600a0951509" providerId="LiveId" clId="{ABDEB660-C30E-4CF4-AAFC-0E1D7567D007}" dt="2025-02-14T08:57:53.797" v="929" actId="1076"/>
          <ac:spMkLst>
            <pc:docMk/>
            <pc:sldMk cId="3455583140" sldId="272"/>
            <ac:spMk id="9" creationId="{3C611B0F-E543-ACD8-F5AB-6356DF47C787}"/>
          </ac:spMkLst>
        </pc:spChg>
        <pc:spChg chg="del mod">
          <ac:chgData name="Gianluca Rota" userId="741ea600a0951509" providerId="LiveId" clId="{ABDEB660-C30E-4CF4-AAFC-0E1D7567D007}" dt="2025-02-14T08:48:46.342" v="647" actId="478"/>
          <ac:spMkLst>
            <pc:docMk/>
            <pc:sldMk cId="3455583140" sldId="272"/>
            <ac:spMk id="19" creationId="{9BB2770F-AA39-5F7F-3911-53BAC2ECD843}"/>
          </ac:spMkLst>
        </pc:spChg>
        <pc:spChg chg="mod">
          <ac:chgData name="Gianluca Rota" userId="741ea600a0951509" providerId="LiveId" clId="{ABDEB660-C30E-4CF4-AAFC-0E1D7567D007}" dt="2025-02-14T08:49:27.382" v="659" actId="1076"/>
          <ac:spMkLst>
            <pc:docMk/>
            <pc:sldMk cId="3455583140" sldId="272"/>
            <ac:spMk id="20" creationId="{02112B4C-29E8-200B-4FB4-C4177035B23F}"/>
          </ac:spMkLst>
        </pc:spChg>
        <pc:graphicFrameChg chg="del modGraphic">
          <ac:chgData name="Gianluca Rota" userId="741ea600a0951509" providerId="LiveId" clId="{ABDEB660-C30E-4CF4-AAFC-0E1D7567D007}" dt="2025-02-14T08:50:39.147" v="661" actId="478"/>
          <ac:graphicFrameMkLst>
            <pc:docMk/>
            <pc:sldMk cId="3455583140" sldId="272"/>
            <ac:graphicFrameMk id="4" creationId="{1EABCA01-3BD8-3452-4894-D565BB1072A4}"/>
          </ac:graphicFrameMkLst>
        </pc:graphicFrameChg>
        <pc:picChg chg="add mod">
          <ac:chgData name="Gianluca Rota" userId="741ea600a0951509" providerId="LiveId" clId="{ABDEB660-C30E-4CF4-AAFC-0E1D7567D007}" dt="2025-02-14T08:49:16.920" v="658" actId="1076"/>
          <ac:picMkLst>
            <pc:docMk/>
            <pc:sldMk cId="3455583140" sldId="272"/>
            <ac:picMk id="2" creationId="{5DB45B1D-6EBE-2DF8-7519-98D19B1203C3}"/>
          </ac:picMkLst>
        </pc:picChg>
        <pc:picChg chg="del">
          <ac:chgData name="Gianluca Rota" userId="741ea600a0951509" providerId="LiveId" clId="{ABDEB660-C30E-4CF4-AAFC-0E1D7567D007}" dt="2025-02-14T08:50:52.122" v="665" actId="478"/>
          <ac:picMkLst>
            <pc:docMk/>
            <pc:sldMk cId="3455583140" sldId="272"/>
            <ac:picMk id="3" creationId="{C016AA83-8BB5-444A-7E30-93455CEF313D}"/>
          </ac:picMkLst>
        </pc:picChg>
        <pc:picChg chg="del">
          <ac:chgData name="Gianluca Rota" userId="741ea600a0951509" providerId="LiveId" clId="{ABDEB660-C30E-4CF4-AAFC-0E1D7567D007}" dt="2025-02-14T08:50:44.783" v="662" actId="478"/>
          <ac:picMkLst>
            <pc:docMk/>
            <pc:sldMk cId="3455583140" sldId="272"/>
            <ac:picMk id="10" creationId="{9444727D-4786-6BA3-F1AD-2239F81463B4}"/>
          </ac:picMkLst>
        </pc:picChg>
        <pc:picChg chg="del">
          <ac:chgData name="Gianluca Rota" userId="741ea600a0951509" providerId="LiveId" clId="{ABDEB660-C30E-4CF4-AAFC-0E1D7567D007}" dt="2025-02-14T08:50:49.906" v="664" actId="478"/>
          <ac:picMkLst>
            <pc:docMk/>
            <pc:sldMk cId="3455583140" sldId="272"/>
            <ac:picMk id="12" creationId="{CA4CA798-3916-001F-2E1C-E81B8FCBC819}"/>
          </ac:picMkLst>
        </pc:picChg>
        <pc:picChg chg="del">
          <ac:chgData name="Gianluca Rota" userId="741ea600a0951509" providerId="LiveId" clId="{ABDEB660-C30E-4CF4-AAFC-0E1D7567D007}" dt="2025-02-14T08:48:55.156" v="648" actId="478"/>
          <ac:picMkLst>
            <pc:docMk/>
            <pc:sldMk cId="3455583140" sldId="272"/>
            <ac:picMk id="13" creationId="{2515BAD6-8FD7-69FB-EBAD-C9D41B27C5D5}"/>
          </ac:picMkLst>
        </pc:picChg>
        <pc:picChg chg="add mod">
          <ac:chgData name="Gianluca Rota" userId="741ea600a0951509" providerId="LiveId" clId="{ABDEB660-C30E-4CF4-AAFC-0E1D7567D007}" dt="2025-02-14T08:59:33.604" v="939" actId="1076"/>
          <ac:picMkLst>
            <pc:docMk/>
            <pc:sldMk cId="3455583140" sldId="272"/>
            <ac:picMk id="14" creationId="{A81E5866-3A8F-9DE6-F750-E6E791EFA4F0}"/>
          </ac:picMkLst>
        </pc:picChg>
        <pc:picChg chg="add mod">
          <ac:chgData name="Gianluca Rota" userId="741ea600a0951509" providerId="LiveId" clId="{ABDEB660-C30E-4CF4-AAFC-0E1D7567D007}" dt="2025-02-14T09:00:56.814" v="948" actId="1076"/>
          <ac:picMkLst>
            <pc:docMk/>
            <pc:sldMk cId="3455583140" sldId="272"/>
            <ac:picMk id="16" creationId="{35608729-7DB5-E51D-F7DA-1566504FBBF0}"/>
          </ac:picMkLst>
        </pc:picChg>
        <pc:picChg chg="del">
          <ac:chgData name="Gianluca Rota" userId="741ea600a0951509" providerId="LiveId" clId="{ABDEB660-C30E-4CF4-AAFC-0E1D7567D007}" dt="2025-02-14T08:50:47.817" v="663" actId="478"/>
          <ac:picMkLst>
            <pc:docMk/>
            <pc:sldMk cId="3455583140" sldId="272"/>
            <ac:picMk id="17" creationId="{DC5E992B-74BF-AF7B-66BB-D2507A8B3C07}"/>
          </ac:picMkLst>
        </pc:picChg>
      </pc:sldChg>
      <pc:sldChg chg="del">
        <pc:chgData name="Gianluca Rota" userId="741ea600a0951509" providerId="LiveId" clId="{ABDEB660-C30E-4CF4-AAFC-0E1D7567D007}" dt="2025-02-14T08:46:24.669" v="606" actId="47"/>
        <pc:sldMkLst>
          <pc:docMk/>
          <pc:sldMk cId="2385209183" sldId="273"/>
        </pc:sldMkLst>
      </pc:sldChg>
    </pc:docChg>
  </pc:docChgLst>
  <pc:docChgLst>
    <pc:chgData name="Maurizio Garraffa" userId="805a96393f57b648" providerId="LiveId" clId="{B4667564-2CC4-4CDD-BCD6-90990BB1291A}"/>
    <pc:docChg chg="undo custSel modSld sldOrd">
      <pc:chgData name="Maurizio Garraffa" userId="805a96393f57b648" providerId="LiveId" clId="{B4667564-2CC4-4CDD-BCD6-90990BB1291A}" dt="2022-05-21T14:26:50.888" v="439" actId="1038"/>
      <pc:docMkLst>
        <pc:docMk/>
      </pc:docMkLst>
      <pc:sldChg chg="modSp mod">
        <pc:chgData name="Maurizio Garraffa" userId="805a96393f57b648" providerId="LiveId" clId="{B4667564-2CC4-4CDD-BCD6-90990BB1291A}" dt="2022-05-21T13:51:50.384" v="297" actId="1037"/>
        <pc:sldMkLst>
          <pc:docMk/>
          <pc:sldMk cId="4058672064" sldId="259"/>
        </pc:sldMkLst>
      </pc:sldChg>
      <pc:sldChg chg="modSp mod">
        <pc:chgData name="Maurizio Garraffa" userId="805a96393f57b648" providerId="LiveId" clId="{B4667564-2CC4-4CDD-BCD6-90990BB1291A}" dt="2022-05-21T13:52:42.145" v="301" actId="1035"/>
        <pc:sldMkLst>
          <pc:docMk/>
          <pc:sldMk cId="1205428381" sldId="260"/>
        </pc:sldMkLst>
      </pc:sldChg>
      <pc:sldChg chg="addSp modSp mod modAnim">
        <pc:chgData name="Maurizio Garraffa" userId="805a96393f57b648" providerId="LiveId" clId="{B4667564-2CC4-4CDD-BCD6-90990BB1291A}" dt="2022-05-21T14:21:31.455" v="419" actId="1036"/>
        <pc:sldMkLst>
          <pc:docMk/>
          <pc:sldMk cId="4190264464" sldId="263"/>
        </pc:sldMkLst>
      </pc:sldChg>
      <pc:sldChg chg="modSp mod">
        <pc:chgData name="Maurizio Garraffa" userId="805a96393f57b648" providerId="LiveId" clId="{B4667564-2CC4-4CDD-BCD6-90990BB1291A}" dt="2022-05-21T14:26:50.888" v="439" actId="1038"/>
        <pc:sldMkLst>
          <pc:docMk/>
          <pc:sldMk cId="2288928877" sldId="264"/>
        </pc:sldMkLst>
      </pc:sldChg>
      <pc:sldChg chg="modSp mod">
        <pc:chgData name="Maurizio Garraffa" userId="805a96393f57b648" providerId="LiveId" clId="{B4667564-2CC4-4CDD-BCD6-90990BB1291A}" dt="2022-05-21T13:56:01.070" v="349" actId="1036"/>
        <pc:sldMkLst>
          <pc:docMk/>
          <pc:sldMk cId="1937840745" sldId="265"/>
        </pc:sldMkLst>
      </pc:sldChg>
      <pc:sldChg chg="modSp mod">
        <pc:chgData name="Maurizio Garraffa" userId="805a96393f57b648" providerId="LiveId" clId="{B4667564-2CC4-4CDD-BCD6-90990BB1291A}" dt="2022-05-21T14:26:31.844" v="434" actId="1036"/>
        <pc:sldMkLst>
          <pc:docMk/>
          <pc:sldMk cId="399258602" sldId="266"/>
        </pc:sldMkLst>
      </pc:sldChg>
      <pc:sldChg chg="addSp delSp modSp mod ord delAnim modAnim">
        <pc:chgData name="Maurizio Garraffa" userId="805a96393f57b648" providerId="LiveId" clId="{B4667564-2CC4-4CDD-BCD6-90990BB1291A}" dt="2022-05-21T14:22:44.754" v="430" actId="20577"/>
        <pc:sldMkLst>
          <pc:docMk/>
          <pc:sldMk cId="202124178" sldId="267"/>
        </pc:sldMkLst>
      </pc:sldChg>
      <pc:sldChg chg="addSp delSp modSp mod ord delAnim modAnim">
        <pc:chgData name="Maurizio Garraffa" userId="805a96393f57b648" providerId="LiveId" clId="{B4667564-2CC4-4CDD-BCD6-90990BB1291A}" dt="2022-05-21T14:00:58.595" v="384" actId="1036"/>
        <pc:sldMkLst>
          <pc:docMk/>
          <pc:sldMk cId="542617531" sldId="268"/>
        </pc:sldMkLst>
      </pc:sldChg>
      <pc:sldChg chg="modSp mod">
        <pc:chgData name="Maurizio Garraffa" userId="805a96393f57b648" providerId="LiveId" clId="{B4667564-2CC4-4CDD-BCD6-90990BB1291A}" dt="2022-05-21T13:58:28.231" v="373" actId="1036"/>
        <pc:sldMkLst>
          <pc:docMk/>
          <pc:sldMk cId="3226373615" sldId="269"/>
        </pc:sldMkLst>
      </pc:sldChg>
      <pc:sldChg chg="delSp modSp mod modAnim">
        <pc:chgData name="Maurizio Garraffa" userId="805a96393f57b648" providerId="LiveId" clId="{B4667564-2CC4-4CDD-BCD6-90990BB1291A}" dt="2022-05-21T14:14:35.630" v="401" actId="1037"/>
        <pc:sldMkLst>
          <pc:docMk/>
          <pc:sldMk cId="3455583140" sldId="272"/>
        </pc:sldMkLst>
      </pc:sldChg>
      <pc:sldChg chg="delSp modSp modAnim">
        <pc:chgData name="Maurizio Garraffa" userId="805a96393f57b648" providerId="LiveId" clId="{B4667564-2CC4-4CDD-BCD6-90990BB1291A}" dt="2022-05-21T13:37:55.250" v="140"/>
        <pc:sldMkLst>
          <pc:docMk/>
          <pc:sldMk cId="2385209183" sldId="27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AA9324D-736C-4521-902C-E171322BDD32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9CDE5A0-E0EA-4E79-8A9D-490C77C3E1D1}" type="datetime1">
              <a:rPr lang="it-IT" smtClean="0"/>
              <a:t>14/02/2025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"/>
              <a:t>Fare clic per modificare gli stili del testo dello schema</a:t>
            </a:r>
            <a:endParaRPr lang="en-US"/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pPr rtl="0"/>
            <a:fld id="{BE6A9DFD-D01D-46F2-9F5D-64CD124556CA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44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C16C3F1-EAB4-40C7-A804-E4164A432ACC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2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rtl="0"/>
            <a:fld id="{593AB179-A7B4-4F53-8FBC-DA521D7752CD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95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BC475E4-8A13-4296-8284-4EFC212D9D0C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472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EDAC308-8BE6-45DD-8B68-B04D02410B09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574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5254269-30BB-4415-A3F6-02D389D24D09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20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A6CE81-F21E-4C48-B40D-AB03A3BE863B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266933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4D8AF99-1FFE-484F-999D-5C9E0DFBE297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7806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A6CE81-F21E-4C48-B40D-AB03A3BE863B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13380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A6CE81-F21E-4C48-B40D-AB03A3BE863B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683826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rtl="0"/>
            <a:fld id="{BAA6CE81-F21E-4C48-B40D-AB03A3BE863B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09250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rtl="0"/>
            <a:fld id="{BAA6CE81-F21E-4C48-B40D-AB03A3BE863B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154307"/>
      </p:ext>
    </p:extLst>
  </p:cSld>
  <p:clrMapOvr>
    <a:masterClrMapping/>
  </p:clrMapOvr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rtl="0"/>
            <a:fld id="{BAA6CE81-F21E-4C48-B40D-AB03A3BE863B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468507"/>
      </p:ext>
    </p:extLst>
  </p:cSld>
  <p:clrMapOvr>
    <a:masterClrMapping/>
  </p:clrMapOvr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A6CE81-F21E-4C48-B40D-AB03A3BE863B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271018"/>
      </p:ext>
    </p:extLst>
  </p:cSld>
  <p:clrMapOvr>
    <a:masterClrMapping/>
  </p:clrMapOvr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AA6CE81-F21E-4C48-B40D-AB03A3BE863B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226445"/>
      </p:ext>
    </p:extLst>
  </p:cSld>
  <p:clrMapOvr>
    <a:masterClrMapping/>
  </p:clrMapOvr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6985F1D-99DE-4FE8-9093-377AC3915E25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867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pPr rtl="0"/>
            <a:fld id="{BAA6CE81-F21E-4C48-B40D-AB03A3BE863B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37362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AA6CE81-F21E-4C48-B40D-AB03A3BE863B}" type="datetime1">
              <a:rPr lang="it-IT" smtClean="0"/>
              <a:t>14/02/2025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346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46" r:id="rId3"/>
    <p:sldLayoutId id="2147483947" r:id="rId4"/>
    <p:sldLayoutId id="2147483948" r:id="rId5"/>
    <p:sldLayoutId id="2147483949" r:id="rId6"/>
    <p:sldLayoutId id="2147483950" r:id="rId7"/>
    <p:sldLayoutId id="2147483951" r:id="rId8"/>
    <p:sldLayoutId id="2147483952" r:id="rId9"/>
    <p:sldLayoutId id="2147483953" r:id="rId10"/>
    <p:sldLayoutId id="2147483954" r:id="rId11"/>
    <p:sldLayoutId id="2147483955" r:id="rId12"/>
    <p:sldLayoutId id="2147483956" r:id="rId13"/>
    <p:sldLayoutId id="2147483957" r:id="rId14"/>
    <p:sldLayoutId id="2147483958" r:id="rId15"/>
    <p:sldLayoutId id="2147483959" r:id="rId16"/>
    <p:sldLayoutId id="2147483960" r:id="rId17"/>
  </p:sldLayoutIdLst>
  <p:hf sldNum="0" hdr="0" ftr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jp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web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13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5056214-02FA-FADF-D1EB-6D62D624111A}"/>
              </a:ext>
            </a:extLst>
          </p:cNvPr>
          <p:cNvSpPr txBox="1"/>
          <p:nvPr/>
        </p:nvSpPr>
        <p:spPr>
          <a:xfrm>
            <a:off x="8144933" y="5161345"/>
            <a:ext cx="386901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2500" b="1" i="1" dirty="0">
                <a:latin typeface="Candara" panose="020E0502030303020204" pitchFamily="34" charset="0"/>
              </a:rPr>
              <a:t>Gianluca Rota (904375)</a:t>
            </a:r>
            <a:br>
              <a:rPr lang="it-IT" sz="2500" b="1" i="1" dirty="0">
                <a:latin typeface="Candara" panose="020E0502030303020204" pitchFamily="34" charset="0"/>
              </a:rPr>
            </a:br>
            <a:r>
              <a:rPr lang="it-IT" sz="2500" b="1" i="1" dirty="0">
                <a:latin typeface="Candara" panose="020E0502030303020204" pitchFamily="34" charset="0"/>
              </a:rPr>
              <a:t>Andrea Magliani (894395)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A000DA6-A739-4B8D-B4E3-308E88A38985}"/>
              </a:ext>
            </a:extLst>
          </p:cNvPr>
          <p:cNvSpPr/>
          <p:nvPr/>
        </p:nvSpPr>
        <p:spPr>
          <a:xfrm>
            <a:off x="1850730" y="757418"/>
            <a:ext cx="8490540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4800" b="1" i="1" spc="50" dirty="0">
                <a:ln w="11430"/>
                <a:solidFill>
                  <a:srgbClr val="0070C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Progetto</a:t>
            </a:r>
          </a:p>
          <a:p>
            <a:pPr algn="ctr"/>
            <a:r>
              <a:rPr lang="it-IT" sz="4800" b="1" i="1" spc="50" dirty="0">
                <a:ln w="11430"/>
                <a:solidFill>
                  <a:schemeClr val="accent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Introduzione all’Intelligenza Artificiale</a:t>
            </a:r>
            <a:endParaRPr lang="it-IT" sz="4800" b="1" i="1" cap="none" spc="50" dirty="0">
              <a:ln w="11430"/>
              <a:solidFill>
                <a:schemeClr val="accent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0BD5023-BD63-AC9D-728E-DA571096D9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070" y="3447134"/>
            <a:ext cx="2739732" cy="171421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2637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34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300"/>
                            </p:stCondLst>
                            <p:childTnLst>
                              <p:par>
                                <p:cTn id="1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300"/>
                            </p:stCondLst>
                            <p:childTnLst>
                              <p:par>
                                <p:cTn id="3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14" grpId="0"/>
      <p:bldP spid="1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AAC9BF2-22A0-F1A9-FFD2-E92164BE6396}"/>
              </a:ext>
            </a:extLst>
          </p:cNvPr>
          <p:cNvSpPr/>
          <p:nvPr/>
        </p:nvSpPr>
        <p:spPr>
          <a:xfrm>
            <a:off x="5462716" y="479710"/>
            <a:ext cx="510268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4000" b="1" i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Scopo del progetto</a:t>
            </a:r>
            <a:endParaRPr lang="it-IT" sz="4000" b="1" i="1" cap="none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BE7D5A9-4734-587D-FE7D-F55728F8CFA4}"/>
              </a:ext>
            </a:extLst>
          </p:cNvPr>
          <p:cNvSpPr txBox="1"/>
          <p:nvPr/>
        </p:nvSpPr>
        <p:spPr>
          <a:xfrm>
            <a:off x="4038826" y="1495393"/>
            <a:ext cx="4287236" cy="105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it-IT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Analizzare il dataset della collezione di documenti denominata </a:t>
            </a:r>
            <a:r>
              <a:rPr lang="it-IT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carteBollate</a:t>
            </a:r>
            <a:endParaRPr lang="it-IT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ettangolo smussato 22">
            <a:extLst>
              <a:ext uri="{FF2B5EF4-FFF2-40B4-BE49-F238E27FC236}">
                <a16:creationId xmlns:a16="http://schemas.microsoft.com/office/drawing/2014/main" id="{058DE7D4-43BB-6E10-3393-B5898CBF8015}"/>
              </a:ext>
            </a:extLst>
          </p:cNvPr>
          <p:cNvSpPr/>
          <p:nvPr/>
        </p:nvSpPr>
        <p:spPr>
          <a:xfrm>
            <a:off x="9053208" y="2119387"/>
            <a:ext cx="2769140" cy="1040860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TOPIC</a:t>
            </a:r>
          </a:p>
        </p:txBody>
      </p:sp>
      <p:sp>
        <p:nvSpPr>
          <p:cNvPr id="24" name="Rettangolo smussato 23">
            <a:extLst>
              <a:ext uri="{FF2B5EF4-FFF2-40B4-BE49-F238E27FC236}">
                <a16:creationId xmlns:a16="http://schemas.microsoft.com/office/drawing/2014/main" id="{D535F422-B5DD-D69F-1875-48560B19827A}"/>
              </a:ext>
            </a:extLst>
          </p:cNvPr>
          <p:cNvSpPr/>
          <p:nvPr/>
        </p:nvSpPr>
        <p:spPr>
          <a:xfrm>
            <a:off x="9053208" y="5206471"/>
            <a:ext cx="2769140" cy="1040860"/>
          </a:xfrm>
          <a:prstGeom prst="bevel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ISSUE</a:t>
            </a:r>
          </a:p>
        </p:txBody>
      </p:sp>
      <p:pic>
        <p:nvPicPr>
          <p:cNvPr id="25" name="Immagine 24" descr="Immagine che contiene LEGO, giocattolo, interni, decorato&#10;&#10;Descrizione generata automaticamente">
            <a:extLst>
              <a:ext uri="{FF2B5EF4-FFF2-40B4-BE49-F238E27FC236}">
                <a16:creationId xmlns:a16="http://schemas.microsoft.com/office/drawing/2014/main" id="{AFAA8486-2B32-DA61-5358-C15CE6A7785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778" y="352133"/>
            <a:ext cx="1714891" cy="1143260"/>
          </a:xfrm>
          <a:prstGeom prst="rect">
            <a:avLst/>
          </a:prstGeom>
        </p:spPr>
      </p:pic>
      <p:sp>
        <p:nvSpPr>
          <p:cNvPr id="11" name="Rettangolo smussato 10">
            <a:extLst>
              <a:ext uri="{FF2B5EF4-FFF2-40B4-BE49-F238E27FC236}">
                <a16:creationId xmlns:a16="http://schemas.microsoft.com/office/drawing/2014/main" id="{62F3D3F3-893B-458F-873B-F6E0C3798855}"/>
              </a:ext>
            </a:extLst>
          </p:cNvPr>
          <p:cNvSpPr/>
          <p:nvPr/>
        </p:nvSpPr>
        <p:spPr>
          <a:xfrm>
            <a:off x="808866" y="2119387"/>
            <a:ext cx="2769140" cy="1040860"/>
          </a:xfrm>
          <a:prstGeom prst="bevel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ARTICLE</a:t>
            </a:r>
          </a:p>
        </p:txBody>
      </p:sp>
      <p:sp>
        <p:nvSpPr>
          <p:cNvPr id="13" name="Rettangolo smussato 12">
            <a:extLst>
              <a:ext uri="{FF2B5EF4-FFF2-40B4-BE49-F238E27FC236}">
                <a16:creationId xmlns:a16="http://schemas.microsoft.com/office/drawing/2014/main" id="{000B3EB8-9B43-A159-98DB-CEEFB6C1923E}"/>
              </a:ext>
            </a:extLst>
          </p:cNvPr>
          <p:cNvSpPr/>
          <p:nvPr/>
        </p:nvSpPr>
        <p:spPr>
          <a:xfrm>
            <a:off x="769507" y="5270770"/>
            <a:ext cx="2769140" cy="1040860"/>
          </a:xfrm>
          <a:prstGeom prst="bevel">
            <a:avLst/>
          </a:prstGeom>
          <a:solidFill>
            <a:srgbClr val="00CC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YEAR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489866D-8270-6805-3F46-02CB16D3E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767" y="2748678"/>
            <a:ext cx="4096322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720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500"/>
                            </p:stCondLst>
                            <p:childTnLst>
                              <p:par>
                                <p:cTn id="4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0"/>
                            </p:stCondLst>
                            <p:childTnLst>
                              <p:par>
                                <p:cTn id="6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23" grpId="0" animBg="1"/>
      <p:bldP spid="23" grpId="1" animBg="1"/>
      <p:bldP spid="24" grpId="0" animBg="1"/>
      <p:bldP spid="24" grpId="1" animBg="1"/>
      <p:bldP spid="11" grpId="0" animBg="1"/>
      <p:bldP spid="11" grpId="1" animBg="1"/>
      <p:bldP spid="13" grpId="0" animBg="1"/>
      <p:bldP spid="13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D7517B83-5572-4403-5BA4-ADB296FE549C}"/>
              </a:ext>
            </a:extLst>
          </p:cNvPr>
          <p:cNvSpPr/>
          <p:nvPr/>
        </p:nvSpPr>
        <p:spPr>
          <a:xfrm>
            <a:off x="9677400" y="328597"/>
            <a:ext cx="162808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4000" b="1" i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Task</a:t>
            </a:r>
            <a:endParaRPr lang="it-IT" sz="4000" b="1" i="1" cap="none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3" name="Immagine 2" descr="Immagine che contiene utensiledimetallo&#10;&#10;Descrizione generata automaticamente">
            <a:extLst>
              <a:ext uri="{FF2B5EF4-FFF2-40B4-BE49-F238E27FC236}">
                <a16:creationId xmlns:a16="http://schemas.microsoft.com/office/drawing/2014/main" id="{63199745-F7A4-C6C5-E165-C19DE03B09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1333" y="392161"/>
            <a:ext cx="775335" cy="775335"/>
          </a:xfrm>
          <a:prstGeom prst="rect">
            <a:avLst/>
          </a:prstGeom>
        </p:spPr>
      </p:pic>
      <p:grpSp>
        <p:nvGrpSpPr>
          <p:cNvPr id="11" name="Gruppo 10">
            <a:extLst>
              <a:ext uri="{FF2B5EF4-FFF2-40B4-BE49-F238E27FC236}">
                <a16:creationId xmlns:a16="http://schemas.microsoft.com/office/drawing/2014/main" id="{7E595E8E-491D-3582-BD92-DA2BB35F7392}"/>
              </a:ext>
            </a:extLst>
          </p:cNvPr>
          <p:cNvGrpSpPr/>
          <p:nvPr/>
        </p:nvGrpSpPr>
        <p:grpSpPr>
          <a:xfrm>
            <a:off x="537528" y="1551989"/>
            <a:ext cx="3137973" cy="743413"/>
            <a:chOff x="537528" y="1551989"/>
            <a:chExt cx="3137973" cy="743413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1E486FAA-2A37-2BFD-125C-40485CEF9360}"/>
                </a:ext>
              </a:extLst>
            </p:cNvPr>
            <p:cNvSpPr txBox="1"/>
            <p:nvPr/>
          </p:nvSpPr>
          <p:spPr>
            <a:xfrm>
              <a:off x="537528" y="1587516"/>
              <a:ext cx="457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it-IT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3C1A0235-429D-0A30-E59E-F7A2B5A5076D}"/>
                </a:ext>
              </a:extLst>
            </p:cNvPr>
            <p:cNvSpPr txBox="1"/>
            <p:nvPr/>
          </p:nvSpPr>
          <p:spPr>
            <a:xfrm>
              <a:off x="677141" y="1551989"/>
              <a:ext cx="29983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latin typeface="Bahnschrift SemiBold" panose="020B0502040204020203" pitchFamily="34" charset="0"/>
                </a:rPr>
                <a:t>Import Dataset</a:t>
              </a:r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97122C19-2A96-62F2-3683-7C5417AFB543}"/>
              </a:ext>
            </a:extLst>
          </p:cNvPr>
          <p:cNvGrpSpPr/>
          <p:nvPr/>
        </p:nvGrpSpPr>
        <p:grpSpPr>
          <a:xfrm>
            <a:off x="4002663" y="851809"/>
            <a:ext cx="3118421" cy="779696"/>
            <a:chOff x="4839872" y="1220061"/>
            <a:chExt cx="3118421" cy="779696"/>
          </a:xfrm>
        </p:grpSpPr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AE70F7CF-F694-53AF-2AF6-C5F1363249D2}"/>
                </a:ext>
              </a:extLst>
            </p:cNvPr>
            <p:cNvSpPr txBox="1"/>
            <p:nvPr/>
          </p:nvSpPr>
          <p:spPr>
            <a:xfrm>
              <a:off x="4839872" y="1291871"/>
              <a:ext cx="4572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it-IT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FF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  <p:sp>
          <p:nvSpPr>
            <p:cNvPr id="20" name="CasellaDiTesto 19">
              <a:extLst>
                <a:ext uri="{FF2B5EF4-FFF2-40B4-BE49-F238E27FC236}">
                  <a16:creationId xmlns:a16="http://schemas.microsoft.com/office/drawing/2014/main" id="{91EDD8B1-CBF8-0C2D-0335-0C64AA60B353}"/>
                </a:ext>
              </a:extLst>
            </p:cNvPr>
            <p:cNvSpPr txBox="1"/>
            <p:nvPr/>
          </p:nvSpPr>
          <p:spPr>
            <a:xfrm>
              <a:off x="5187756" y="1220061"/>
              <a:ext cx="2770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latin typeface="Bahnschrift SemiBold" panose="020B0502040204020203" pitchFamily="34" charset="0"/>
                </a:rPr>
                <a:t>Raggruppamenti</a:t>
              </a:r>
            </a:p>
          </p:txBody>
        </p:sp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AE0C8742-6A49-984A-8491-F35FD95615AA}"/>
              </a:ext>
            </a:extLst>
          </p:cNvPr>
          <p:cNvGrpSpPr/>
          <p:nvPr/>
        </p:nvGrpSpPr>
        <p:grpSpPr>
          <a:xfrm>
            <a:off x="7418642" y="981533"/>
            <a:ext cx="2948666" cy="707886"/>
            <a:chOff x="8525482" y="1225595"/>
            <a:chExt cx="2948666" cy="707886"/>
          </a:xfrm>
        </p:grpSpPr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8807F35A-F4FC-AEDB-6A4E-EFAF4C467EB0}"/>
                </a:ext>
              </a:extLst>
            </p:cNvPr>
            <p:cNvSpPr txBox="1"/>
            <p:nvPr/>
          </p:nvSpPr>
          <p:spPr>
            <a:xfrm>
              <a:off x="8912354" y="1276289"/>
              <a:ext cx="25617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/>
                <a:t>Analisi esplorativa dei dati</a:t>
              </a:r>
            </a:p>
          </p:txBody>
        </p: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0F1F643B-C744-E99C-9B87-283A37A4F79A}"/>
                </a:ext>
              </a:extLst>
            </p:cNvPr>
            <p:cNvSpPr txBox="1"/>
            <p:nvPr/>
          </p:nvSpPr>
          <p:spPr>
            <a:xfrm>
              <a:off x="8525482" y="1225595"/>
              <a:ext cx="53256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it-IT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9A283A5F-80C6-2177-9B10-D959DE310576}"/>
              </a:ext>
            </a:extLst>
          </p:cNvPr>
          <p:cNvGrpSpPr/>
          <p:nvPr/>
        </p:nvGrpSpPr>
        <p:grpSpPr>
          <a:xfrm>
            <a:off x="4350547" y="3256687"/>
            <a:ext cx="4161602" cy="707886"/>
            <a:chOff x="5563437" y="4294069"/>
            <a:chExt cx="4161602" cy="707886"/>
          </a:xfrm>
        </p:grpSpPr>
        <p:sp>
          <p:nvSpPr>
            <p:cNvPr id="30" name="CasellaDiTesto 29">
              <a:extLst>
                <a:ext uri="{FF2B5EF4-FFF2-40B4-BE49-F238E27FC236}">
                  <a16:creationId xmlns:a16="http://schemas.microsoft.com/office/drawing/2014/main" id="{7A90F592-B4AF-4732-4A59-B27E69C318A3}"/>
                </a:ext>
              </a:extLst>
            </p:cNvPr>
            <p:cNvSpPr txBox="1"/>
            <p:nvPr/>
          </p:nvSpPr>
          <p:spPr>
            <a:xfrm>
              <a:off x="5829718" y="4296124"/>
              <a:ext cx="38953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latin typeface="Bahnschrift SemiBold" panose="020B0502040204020203" pitchFamily="34" charset="0"/>
                </a:rPr>
                <a:t>Estrazione Keywords &amp; N </a:t>
              </a:r>
              <a:r>
                <a:rPr lang="it-IT" b="1" dirty="0" err="1">
                  <a:latin typeface="Bahnschrift SemiBold" panose="020B0502040204020203" pitchFamily="34" charset="0"/>
                </a:rPr>
                <a:t>grams</a:t>
              </a:r>
              <a:endParaRPr lang="it-IT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8FE67217-6D89-92A3-5EE4-64E6B5289891}"/>
                </a:ext>
              </a:extLst>
            </p:cNvPr>
            <p:cNvSpPr txBox="1"/>
            <p:nvPr/>
          </p:nvSpPr>
          <p:spPr>
            <a:xfrm>
              <a:off x="5563437" y="4294069"/>
              <a:ext cx="53256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it-IT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33CCCC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01622652-E68D-CF7D-D8D7-C231C74982A7}"/>
              </a:ext>
            </a:extLst>
          </p:cNvPr>
          <p:cNvGrpSpPr/>
          <p:nvPr/>
        </p:nvGrpSpPr>
        <p:grpSpPr>
          <a:xfrm>
            <a:off x="467157" y="3354113"/>
            <a:ext cx="3611402" cy="779679"/>
            <a:chOff x="1075055" y="4222276"/>
            <a:chExt cx="3611402" cy="779679"/>
          </a:xfrm>
        </p:grpSpPr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455F818E-1DF6-4355-46A5-68D18B8F39FE}"/>
                </a:ext>
              </a:extLst>
            </p:cNvPr>
            <p:cNvSpPr txBox="1"/>
            <p:nvPr/>
          </p:nvSpPr>
          <p:spPr>
            <a:xfrm>
              <a:off x="1166527" y="4222276"/>
              <a:ext cx="35199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 err="1">
                  <a:latin typeface="Bahnschrift SemiBold" panose="020B0502040204020203" pitchFamily="34" charset="0"/>
                </a:rPr>
                <a:t>Preprocessing</a:t>
              </a:r>
              <a:endParaRPr lang="it-IT" b="1" dirty="0">
                <a:latin typeface="Bahnschrift SemiBold" panose="020B0502040204020203" pitchFamily="34" charset="0"/>
              </a:endParaRPr>
            </a:p>
          </p:txBody>
        </p:sp>
        <p:sp>
          <p:nvSpPr>
            <p:cNvPr id="32" name="CasellaDiTesto 31">
              <a:extLst>
                <a:ext uri="{FF2B5EF4-FFF2-40B4-BE49-F238E27FC236}">
                  <a16:creationId xmlns:a16="http://schemas.microsoft.com/office/drawing/2014/main" id="{9972D5A3-ED7D-3EDA-31F9-ED1E4443D700}"/>
                </a:ext>
              </a:extLst>
            </p:cNvPr>
            <p:cNvSpPr txBox="1"/>
            <p:nvPr/>
          </p:nvSpPr>
          <p:spPr>
            <a:xfrm>
              <a:off x="1075055" y="4294069"/>
              <a:ext cx="4199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it-IT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pic>
        <p:nvPicPr>
          <p:cNvPr id="6" name="Immagine 5">
            <a:extLst>
              <a:ext uri="{FF2B5EF4-FFF2-40B4-BE49-F238E27FC236}">
                <a16:creationId xmlns:a16="http://schemas.microsoft.com/office/drawing/2014/main" id="{E65DE170-C9BA-6238-01A6-C5C2FCB5B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19" y="1921321"/>
            <a:ext cx="2948012" cy="1212983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F581DE51-4676-B8B1-BE24-EE39BB837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972" y="1198659"/>
            <a:ext cx="2357702" cy="132915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086CB2DC-980A-E689-CC53-B19DFC77C0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4097" y="1642321"/>
            <a:ext cx="1930149" cy="14892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9AB00359-FF07-0341-B764-48362B84F3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237" y="3723086"/>
            <a:ext cx="2648800" cy="14801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FD56BE1A-0179-60C7-01D4-1350C6E8C6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680" y="3610630"/>
            <a:ext cx="1633865" cy="16338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36" name="Gruppo 35">
            <a:extLst>
              <a:ext uri="{FF2B5EF4-FFF2-40B4-BE49-F238E27FC236}">
                <a16:creationId xmlns:a16="http://schemas.microsoft.com/office/drawing/2014/main" id="{8A63ADFE-6E48-8113-BE88-C72FBB956CAE}"/>
              </a:ext>
            </a:extLst>
          </p:cNvPr>
          <p:cNvGrpSpPr/>
          <p:nvPr/>
        </p:nvGrpSpPr>
        <p:grpSpPr>
          <a:xfrm>
            <a:off x="7175852" y="4302259"/>
            <a:ext cx="1982076" cy="707886"/>
            <a:chOff x="5566360" y="4200196"/>
            <a:chExt cx="3895321" cy="707886"/>
          </a:xfrm>
        </p:grpSpPr>
        <p:sp>
          <p:nvSpPr>
            <p:cNvPr id="37" name="CasellaDiTesto 36">
              <a:extLst>
                <a:ext uri="{FF2B5EF4-FFF2-40B4-BE49-F238E27FC236}">
                  <a16:creationId xmlns:a16="http://schemas.microsoft.com/office/drawing/2014/main" id="{9B5BC564-8DC7-B72C-3BED-FB0EA65D6404}"/>
                </a:ext>
              </a:extLst>
            </p:cNvPr>
            <p:cNvSpPr txBox="1"/>
            <p:nvPr/>
          </p:nvSpPr>
          <p:spPr>
            <a:xfrm>
              <a:off x="5566360" y="4256940"/>
              <a:ext cx="38953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latin typeface="Bahnschrift SemiBold" panose="020B0502040204020203" pitchFamily="34" charset="0"/>
                </a:rPr>
                <a:t>Confronto tra keywords</a:t>
              </a:r>
            </a:p>
          </p:txBody>
        </p:sp>
        <p:sp>
          <p:nvSpPr>
            <p:cNvPr id="38" name="CasellaDiTesto 37">
              <a:extLst>
                <a:ext uri="{FF2B5EF4-FFF2-40B4-BE49-F238E27FC236}">
                  <a16:creationId xmlns:a16="http://schemas.microsoft.com/office/drawing/2014/main" id="{A92E59FD-53FC-D30E-12F3-43B60B0598C6}"/>
                </a:ext>
              </a:extLst>
            </p:cNvPr>
            <p:cNvSpPr txBox="1"/>
            <p:nvPr/>
          </p:nvSpPr>
          <p:spPr>
            <a:xfrm>
              <a:off x="5678306" y="4200196"/>
              <a:ext cx="5926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it-IT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EBBF1D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endParaRPr>
            </a:p>
          </p:txBody>
        </p:sp>
      </p:grp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4BF744B4-43C8-63AE-9FFB-782EF6342EAC}"/>
              </a:ext>
            </a:extLst>
          </p:cNvPr>
          <p:cNvSpPr txBox="1"/>
          <p:nvPr/>
        </p:nvSpPr>
        <p:spPr>
          <a:xfrm>
            <a:off x="9376270" y="3816811"/>
            <a:ext cx="1982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Bahnschrift SemiBold" panose="020B0502040204020203" pitchFamily="34" charset="0"/>
              </a:rPr>
              <a:t>Analisi lessicale e sentimentale</a:t>
            </a:r>
          </a:p>
        </p:txBody>
      </p:sp>
      <p:pic>
        <p:nvPicPr>
          <p:cNvPr id="52" name="Immagine 51">
            <a:extLst>
              <a:ext uri="{FF2B5EF4-FFF2-40B4-BE49-F238E27FC236}">
                <a16:creationId xmlns:a16="http://schemas.microsoft.com/office/drawing/2014/main" id="{9D54A8A1-220E-E9F6-19D8-959D231710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4971" y="4469467"/>
            <a:ext cx="1430516" cy="1752152"/>
          </a:xfrm>
          <a:prstGeom prst="rect">
            <a:avLst/>
          </a:prstGeom>
        </p:spPr>
      </p:pic>
      <p:pic>
        <p:nvPicPr>
          <p:cNvPr id="54" name="Immagine 53">
            <a:extLst>
              <a:ext uri="{FF2B5EF4-FFF2-40B4-BE49-F238E27FC236}">
                <a16:creationId xmlns:a16="http://schemas.microsoft.com/office/drawing/2014/main" id="{4369077D-A952-1185-ED8B-12888A5EF5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343" y="5005334"/>
            <a:ext cx="1248690" cy="1502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7532141F-12FA-6212-775C-E4E15F071B87}"/>
              </a:ext>
            </a:extLst>
          </p:cNvPr>
          <p:cNvSpPr txBox="1"/>
          <p:nvPr/>
        </p:nvSpPr>
        <p:spPr>
          <a:xfrm>
            <a:off x="282102" y="1490224"/>
            <a:ext cx="116483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in input una lista di documenti, vengono calcolate le medie statistiche del numero di parole e frasi contenute in tali documenti. </a:t>
            </a:r>
            <a:endParaRPr lang="it-IT" sz="2000" dirty="0">
              <a:latin typeface="Bahnschrift" panose="020B0502040204020203" pitchFamily="34" charset="0"/>
            </a:endParaRP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2112B4C-29E8-200B-4FB4-C4177035B23F}"/>
              </a:ext>
            </a:extLst>
          </p:cNvPr>
          <p:cNvSpPr/>
          <p:nvPr/>
        </p:nvSpPr>
        <p:spPr>
          <a:xfrm>
            <a:off x="5908863" y="259269"/>
            <a:ext cx="491031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4000" b="1" i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Analisi Esplorativa</a:t>
            </a:r>
            <a:endParaRPr lang="it-IT" sz="4000" b="1" i="1" cap="none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5DB45B1D-6EBE-2DF8-7519-98D19B120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167" y="483299"/>
            <a:ext cx="1293863" cy="998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6B2A602D-43CB-AF98-0A9E-D7625FCA4F62}"/>
              </a:ext>
            </a:extLst>
          </p:cNvPr>
          <p:cNvSpPr/>
          <p:nvPr/>
        </p:nvSpPr>
        <p:spPr>
          <a:xfrm>
            <a:off x="4793716" y="2289251"/>
            <a:ext cx="16049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2400" b="1" i="1" spc="50" dirty="0">
                <a:ln w="11430"/>
                <a:solidFill>
                  <a:srgbClr val="0070C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Obiettivo</a:t>
            </a:r>
            <a:endParaRPr lang="it-IT" sz="2400" b="1" i="1" cap="none" spc="50" dirty="0">
              <a:ln w="11430"/>
              <a:solidFill>
                <a:srgbClr val="0070C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C611B0F-E543-ACD8-F5AB-6356DF47C787}"/>
              </a:ext>
            </a:extLst>
          </p:cNvPr>
          <p:cNvSpPr txBox="1"/>
          <p:nvPr/>
        </p:nvSpPr>
        <p:spPr>
          <a:xfrm>
            <a:off x="2696601" y="2736499"/>
            <a:ext cx="6424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Determinare il numero ottimale di parole chiave da cercare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A81E5866-3A8F-9DE6-F750-E6E791EFA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85" y="3425321"/>
            <a:ext cx="5272377" cy="19424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35608729-7DB5-E51D-F7DA-1566504FB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265" y="3425321"/>
            <a:ext cx="5182323" cy="7716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558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5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5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6C0D3A8E-53AC-D716-5256-03D020886A49}"/>
              </a:ext>
            </a:extLst>
          </p:cNvPr>
          <p:cNvSpPr/>
          <p:nvPr/>
        </p:nvSpPr>
        <p:spPr>
          <a:xfrm>
            <a:off x="7448670" y="574180"/>
            <a:ext cx="342273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4000" b="1" spc="-150" dirty="0" err="1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Preprocessing</a:t>
            </a:r>
            <a:endParaRPr lang="it-IT" sz="4000" b="1" cap="none" spc="-1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DA06C42-D401-012F-2007-8D27147AD377}"/>
              </a:ext>
            </a:extLst>
          </p:cNvPr>
          <p:cNvSpPr txBox="1"/>
          <p:nvPr/>
        </p:nvSpPr>
        <p:spPr>
          <a:xfrm>
            <a:off x="432713" y="1863162"/>
            <a:ext cx="5070621" cy="998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400" dirty="0">
                <a:solidFill>
                  <a:srgbClr val="00B0F0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</a:t>
            </a:r>
            <a:r>
              <a:rPr lang="it-IT" sz="1400" dirty="0">
                <a:solidFill>
                  <a:schemeClr val="accent4">
                    <a:lumMod val="75000"/>
                  </a:schemeClr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it-IT" sz="14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Tokenizzazione</a:t>
            </a:r>
            <a:r>
              <a:rPr lang="it-IT" sz="14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del testo in parole</a:t>
            </a:r>
            <a:br>
              <a:rPr lang="it-IT" sz="14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400" dirty="0">
                <a:solidFill>
                  <a:srgbClr val="00B0F0"/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</a:t>
            </a:r>
            <a:r>
              <a:rPr lang="it-IT" sz="140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it-IT" sz="14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Conversione delle parole in minuscolo</a:t>
            </a:r>
            <a:br>
              <a:rPr lang="it-IT" sz="14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400" dirty="0">
                <a:solidFill>
                  <a:srgbClr val="00B0F0"/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</a:t>
            </a:r>
            <a:r>
              <a:rPr lang="it-IT" sz="140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it-IT" sz="14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Rimozione della punteggiatura e dei caratteri alfanumerici</a:t>
            </a:r>
            <a:br>
              <a:rPr lang="it-IT" sz="14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400" dirty="0">
                <a:solidFill>
                  <a:srgbClr val="00B0F0"/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</a:t>
            </a:r>
            <a:r>
              <a:rPr lang="it-IT" sz="140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it-IT" sz="14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Lemmatizzazione di ogni parola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0CFAD50-DDDB-19DC-8824-A82676B695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8727" y="483623"/>
            <a:ext cx="889000" cy="889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116E3DED-A08D-AB39-E0F7-1EDB3F7B1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86" y="3060095"/>
            <a:ext cx="2048161" cy="10764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AEB4409-038D-BA70-F7CB-BD40326E1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904" y="3060095"/>
            <a:ext cx="6220892" cy="27989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EAB25DAC-894B-7431-BC96-7E20148907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922" y="1966264"/>
            <a:ext cx="4515480" cy="4096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0264464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0"/>
                            </p:stCondLst>
                            <p:childTnLst>
                              <p:par>
                                <p:cTn id="2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C1E2C2BA-6AED-2E0B-EB16-FE83A11426F5}"/>
              </a:ext>
            </a:extLst>
          </p:cNvPr>
          <p:cNvSpPr/>
          <p:nvPr/>
        </p:nvSpPr>
        <p:spPr>
          <a:xfrm>
            <a:off x="5793249" y="498910"/>
            <a:ext cx="484619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4000" b="1" spc="-1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Estrazione Keywords</a:t>
            </a:r>
            <a:endParaRPr lang="it-IT" sz="4000" b="1" cap="none" spc="-1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5AF61D4-0644-30DC-ADDF-7D81BF7BEBC2}"/>
              </a:ext>
            </a:extLst>
          </p:cNvPr>
          <p:cNvSpPr txBox="1"/>
          <p:nvPr/>
        </p:nvSpPr>
        <p:spPr>
          <a:xfrm>
            <a:off x="432713" y="1863162"/>
            <a:ext cx="5070621" cy="537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400" dirty="0">
                <a:solidFill>
                  <a:srgbClr val="00B0F0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</a:t>
            </a:r>
            <a:r>
              <a:rPr lang="it-IT" sz="1400" dirty="0">
                <a:solidFill>
                  <a:schemeClr val="accent4">
                    <a:lumMod val="75000"/>
                  </a:schemeClr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it-IT" sz="14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Approccio TF - IDF</a:t>
            </a:r>
            <a:br>
              <a:rPr lang="it-IT" sz="14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400" dirty="0">
                <a:solidFill>
                  <a:srgbClr val="00B0F0"/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</a:t>
            </a:r>
            <a:r>
              <a:rPr lang="it-IT" sz="140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it-IT" sz="14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Analisi ben bilanciata tra quantità e qualità della parola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007E222-9B50-716B-9110-A385F17AF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9447" y="326802"/>
            <a:ext cx="1044554" cy="118363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0BD1599A-6ADB-2DC1-DC0B-E708D7FA4F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16" y="2694917"/>
            <a:ext cx="3038899" cy="1857634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051EED80-7990-4DF1-CA07-E405F026B2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896" y="2532969"/>
            <a:ext cx="6611273" cy="21815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124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58D34DBB-6E19-084A-D886-730B02AACDE5}"/>
              </a:ext>
            </a:extLst>
          </p:cNvPr>
          <p:cNvSpPr/>
          <p:nvPr/>
        </p:nvSpPr>
        <p:spPr>
          <a:xfrm>
            <a:off x="4776820" y="425512"/>
            <a:ext cx="601318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4000" b="1" spc="-1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Visualizzazione Keywords</a:t>
            </a:r>
            <a:endParaRPr lang="it-IT" sz="4000" b="1" cap="none" spc="-1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C6B41F0-532D-1473-64AA-41BE6CDAC961}"/>
              </a:ext>
            </a:extLst>
          </p:cNvPr>
          <p:cNvSpPr txBox="1"/>
          <p:nvPr/>
        </p:nvSpPr>
        <p:spPr>
          <a:xfrm>
            <a:off x="207402" y="1635832"/>
            <a:ext cx="3763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Keywords raggruppate per articolo</a:t>
            </a:r>
            <a:endParaRPr lang="it-IT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2188EE7-38AA-A2E3-9D10-22FD85794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0006" y="518325"/>
            <a:ext cx="1153499" cy="887307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4514EE50-91B2-0752-1786-B0EE8EFC6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178" y="2072897"/>
            <a:ext cx="1487755" cy="1535747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E43E26A0-225F-8EA0-3148-5F24FE9CE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135" y="2072897"/>
            <a:ext cx="1827481" cy="1471009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7E14582-34BE-217D-1D90-9D513047EB0A}"/>
              </a:ext>
            </a:extLst>
          </p:cNvPr>
          <p:cNvSpPr txBox="1"/>
          <p:nvPr/>
        </p:nvSpPr>
        <p:spPr>
          <a:xfrm>
            <a:off x="4982602" y="1635832"/>
            <a:ext cx="3526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Keywords raggruppate per </a:t>
            </a:r>
            <a:r>
              <a:rPr lang="it-IT" sz="18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</a:t>
            </a:r>
            <a:endParaRPr lang="it-IT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A3C42A1E-D7DB-5AA2-61CA-179D2E3F4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4639" y="2005165"/>
            <a:ext cx="1827481" cy="1716982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231ABCF8-83E9-EE15-4B1D-0C2C313C57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4157" y="2034701"/>
            <a:ext cx="1739096" cy="1657910"/>
          </a:xfrm>
          <a:prstGeom prst="rect">
            <a:avLst/>
          </a:prstGeom>
        </p:spPr>
      </p:pic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31B13C18-E078-E578-818B-CCEA1A874F8C}"/>
              </a:ext>
            </a:extLst>
          </p:cNvPr>
          <p:cNvSpPr txBox="1"/>
          <p:nvPr/>
        </p:nvSpPr>
        <p:spPr>
          <a:xfrm>
            <a:off x="2207669" y="3952275"/>
            <a:ext cx="3526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Keywords raggruppate per </a:t>
            </a:r>
            <a:r>
              <a:rPr lang="it-IT" sz="18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issue</a:t>
            </a:r>
            <a:endParaRPr lang="it-IT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FC08EE41-A6E3-276E-E61C-B5B972C2D3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422" y="4316564"/>
            <a:ext cx="2160473" cy="2171142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9FC3D5B4-0E82-9207-8E86-74834E728A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9065" y="4358368"/>
            <a:ext cx="2459314" cy="2074120"/>
          </a:xfrm>
          <a:prstGeom prst="rect">
            <a:avLst/>
          </a:prstGeom>
        </p:spPr>
      </p:pic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A380ABAD-474E-164C-8795-552071CD3473}"/>
              </a:ext>
            </a:extLst>
          </p:cNvPr>
          <p:cNvSpPr txBox="1"/>
          <p:nvPr/>
        </p:nvSpPr>
        <p:spPr>
          <a:xfrm>
            <a:off x="7263608" y="3947232"/>
            <a:ext cx="3526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Keywords raggruppate per </a:t>
            </a:r>
            <a:r>
              <a:rPr lang="it-IT" sz="18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year</a:t>
            </a:r>
            <a:endParaRPr lang="it-IT" dirty="0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610A65ED-2B61-AD8F-C86C-B0B6853C07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7775" y="4316564"/>
            <a:ext cx="2234417" cy="2099489"/>
          </a:xfrm>
          <a:prstGeom prst="rect">
            <a:avLst/>
          </a:prstGeom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7F20F7C8-1658-6F63-8BB2-AD4D64FF83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42192" y="4358368"/>
            <a:ext cx="2150275" cy="137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1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0"/>
                            </p:stCondLst>
                            <p:childTnLst>
                              <p:par>
                                <p:cTn id="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8000"/>
                            </p:stCondLst>
                            <p:childTnLst>
                              <p:par>
                                <p:cTn id="46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0"/>
                            </p:stCondLst>
                            <p:childTnLst>
                              <p:par>
                                <p:cTn id="5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1000"/>
                            </p:stCondLst>
                            <p:childTnLst>
                              <p:par>
                                <p:cTn id="5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30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15" grpId="0"/>
      <p:bldP spid="20" grpId="0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D532DFD2-93C0-6908-666D-2CFE236A5E9E}"/>
              </a:ext>
            </a:extLst>
          </p:cNvPr>
          <p:cNvSpPr/>
          <p:nvPr/>
        </p:nvSpPr>
        <p:spPr>
          <a:xfrm>
            <a:off x="5395573" y="308261"/>
            <a:ext cx="545053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4000" b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Confronto keywords</a:t>
            </a:r>
            <a:endParaRPr lang="it-IT" sz="4000" b="1" cap="none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F09C284-11CB-8E89-5734-7AB2B170AB9A}"/>
              </a:ext>
            </a:extLst>
          </p:cNvPr>
          <p:cNvSpPr txBox="1"/>
          <p:nvPr/>
        </p:nvSpPr>
        <p:spPr>
          <a:xfrm>
            <a:off x="324952" y="1532962"/>
            <a:ext cx="5070621" cy="768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400" dirty="0">
                <a:solidFill>
                  <a:srgbClr val="00B0F0"/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</a:t>
            </a:r>
            <a:r>
              <a:rPr lang="it-IT" sz="1400" dirty="0">
                <a:solidFill>
                  <a:schemeClr val="accent4">
                    <a:lumMod val="75000"/>
                  </a:schemeClr>
                </a:solidFill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it-IT" sz="14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Insiemi di parole chiavi</a:t>
            </a:r>
            <a:br>
              <a:rPr lang="it-IT" sz="14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400" dirty="0">
                <a:solidFill>
                  <a:srgbClr val="00B0F0"/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</a:t>
            </a:r>
            <a:r>
              <a:rPr lang="it-IT" sz="140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it-IT" sz="14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Similarità del coseno</a:t>
            </a:r>
            <a:br>
              <a:rPr lang="it-IT" sz="14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it-IT" sz="1400" dirty="0">
                <a:solidFill>
                  <a:srgbClr val="00B0F0"/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</a:t>
            </a:r>
            <a:r>
              <a:rPr lang="it-IT" sz="1400" dirty="0">
                <a:solidFill>
                  <a:schemeClr val="accent4">
                    <a:lumMod val="75000"/>
                  </a:schemeClr>
                </a:solidFill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  <a:sym typeface="Wingdings 2" panose="05020102010507070707" pitchFamily="18" charset="2"/>
              </a:rPr>
              <a:t> </a:t>
            </a:r>
            <a:r>
              <a:rPr lang="it-IT" sz="1400" dirty="0"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Visualizzazione grafico a barre </a:t>
            </a: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99AC853C-4F11-D08E-3CF7-59ABA0770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16" y="2438261"/>
            <a:ext cx="3943900" cy="19814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2AE52EDD-4ABC-DA29-0FA9-75F39921A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879" y="4800458"/>
            <a:ext cx="1486107" cy="5239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8D101E9E-CB5A-82F8-5FAD-B9C3873C7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293" y="1571894"/>
            <a:ext cx="2673239" cy="1505848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EDFF0C8E-62A1-527B-C8E3-13BC58ED8A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104" y="548663"/>
            <a:ext cx="910806" cy="1096176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196629E-8D65-8871-B7A7-40AE8E479924}"/>
              </a:ext>
            </a:extLst>
          </p:cNvPr>
          <p:cNvSpPr txBox="1"/>
          <p:nvPr/>
        </p:nvSpPr>
        <p:spPr>
          <a:xfrm>
            <a:off x="4475465" y="1202562"/>
            <a:ext cx="3763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Keywords raggruppate per articolo</a:t>
            </a:r>
            <a:endParaRPr lang="it-IT" dirty="0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0661BD7-9CC2-55BC-A261-D431DE0CD201}"/>
              </a:ext>
            </a:extLst>
          </p:cNvPr>
          <p:cNvSpPr txBox="1"/>
          <p:nvPr/>
        </p:nvSpPr>
        <p:spPr>
          <a:xfrm>
            <a:off x="4724801" y="3059667"/>
            <a:ext cx="3526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Keywords raggruppate per </a:t>
            </a:r>
            <a:r>
              <a:rPr lang="it-IT" sz="18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topic</a:t>
            </a:r>
            <a:endParaRPr lang="it-IT" dirty="0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F60566EE-6FE9-3A6D-9BD4-A854E2A00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7868" y="3521745"/>
            <a:ext cx="3400264" cy="1795985"/>
          </a:xfrm>
          <a:prstGeom prst="rect">
            <a:avLst/>
          </a:prstGeom>
        </p:spPr>
      </p:pic>
      <p:pic>
        <p:nvPicPr>
          <p:cNvPr id="33" name="Immagine 32">
            <a:extLst>
              <a:ext uri="{FF2B5EF4-FFF2-40B4-BE49-F238E27FC236}">
                <a16:creationId xmlns:a16="http://schemas.microsoft.com/office/drawing/2014/main" id="{2B014823-6152-06CA-3D99-BFF8B1DE57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0955" y="2301121"/>
            <a:ext cx="3263522" cy="1795985"/>
          </a:xfrm>
          <a:prstGeom prst="rect">
            <a:avLst/>
          </a:prstGeom>
        </p:spPr>
      </p:pic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098A339-BDA2-1910-8488-893765D64866}"/>
              </a:ext>
            </a:extLst>
          </p:cNvPr>
          <p:cNvSpPr txBox="1"/>
          <p:nvPr/>
        </p:nvSpPr>
        <p:spPr>
          <a:xfrm>
            <a:off x="8139517" y="1852324"/>
            <a:ext cx="3526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Keywords raggruppate per </a:t>
            </a:r>
            <a:r>
              <a:rPr lang="it-IT" sz="18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issue</a:t>
            </a:r>
            <a:endParaRPr lang="it-IT" dirty="0"/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5B6D5C92-7725-F3FB-4D34-68583C248049}"/>
              </a:ext>
            </a:extLst>
          </p:cNvPr>
          <p:cNvSpPr txBox="1"/>
          <p:nvPr/>
        </p:nvSpPr>
        <p:spPr>
          <a:xfrm>
            <a:off x="8292949" y="4419738"/>
            <a:ext cx="35263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8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Keywords raggruppate per </a:t>
            </a:r>
            <a:r>
              <a:rPr lang="it-IT" sz="18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year</a:t>
            </a:r>
            <a:endParaRPr lang="it-IT" dirty="0"/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EC503E1D-67F3-8600-CE6A-250A2184CD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9285" y="4776896"/>
            <a:ext cx="3490062" cy="1900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28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500"/>
                            </p:stCondLst>
                            <p:childTnLst>
                              <p:par>
                                <p:cTn id="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500"/>
                            </p:stCondLst>
                            <p:childTnLst>
                              <p:par>
                                <p:cTn id="56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27" grpId="0"/>
      <p:bldP spid="28" grpId="0"/>
      <p:bldP spid="34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3AEE145-D132-0E81-6CB1-D02A13127EF7}"/>
              </a:ext>
            </a:extLst>
          </p:cNvPr>
          <p:cNvSpPr/>
          <p:nvPr/>
        </p:nvSpPr>
        <p:spPr>
          <a:xfrm>
            <a:off x="6424032" y="242910"/>
            <a:ext cx="42066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4000" b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Analisi lessicale</a:t>
            </a:r>
            <a:endParaRPr lang="it-IT" sz="4000" b="1" cap="none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3" name="Immagine 2" descr="Immagine che contiene scrivania, computer, interni, sedia&#10;&#10;Descrizione generata automaticamente">
            <a:extLst>
              <a:ext uri="{FF2B5EF4-FFF2-40B4-BE49-F238E27FC236}">
                <a16:creationId xmlns:a16="http://schemas.microsoft.com/office/drawing/2014/main" id="{73D2098A-98E6-C848-F018-8AD029AB2AC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5036" y="338976"/>
            <a:ext cx="843788" cy="808863"/>
          </a:xfrm>
          <a:prstGeom prst="rect">
            <a:avLst/>
          </a:prstGeom>
        </p:spPr>
      </p:pic>
      <p:sp>
        <p:nvSpPr>
          <p:cNvPr id="29" name="Rettangolo 28">
            <a:extLst>
              <a:ext uri="{FF2B5EF4-FFF2-40B4-BE49-F238E27FC236}">
                <a16:creationId xmlns:a16="http://schemas.microsoft.com/office/drawing/2014/main" id="{45B5A6C2-3A5C-1B54-85CC-3002F3B286D4}"/>
              </a:ext>
            </a:extLst>
          </p:cNvPr>
          <p:cNvSpPr/>
          <p:nvPr/>
        </p:nvSpPr>
        <p:spPr>
          <a:xfrm>
            <a:off x="7897361" y="1314940"/>
            <a:ext cx="147348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2400" b="1" i="1" spc="50" dirty="0">
                <a:ln w="11430"/>
                <a:solidFill>
                  <a:srgbClr val="0070C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Risultato</a:t>
            </a:r>
            <a:endParaRPr lang="it-IT" sz="2400" b="1" i="1" cap="none" spc="50" dirty="0">
              <a:ln w="11430"/>
              <a:solidFill>
                <a:srgbClr val="0070C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37" name="Immagine 36">
            <a:extLst>
              <a:ext uri="{FF2B5EF4-FFF2-40B4-BE49-F238E27FC236}">
                <a16:creationId xmlns:a16="http://schemas.microsoft.com/office/drawing/2014/main" id="{91C8E291-171A-12C4-4657-AED9D879F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63" y="1545771"/>
            <a:ext cx="6120304" cy="4758810"/>
          </a:xfrm>
          <a:prstGeom prst="rect">
            <a:avLst/>
          </a:prstGeom>
        </p:spPr>
      </p:pic>
      <p:pic>
        <p:nvPicPr>
          <p:cNvPr id="47" name="Immagine 46">
            <a:extLst>
              <a:ext uri="{FF2B5EF4-FFF2-40B4-BE49-F238E27FC236}">
                <a16:creationId xmlns:a16="http://schemas.microsoft.com/office/drawing/2014/main" id="{74E1089D-CFEF-7B7A-292C-4DB54AEFC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1867" y="1776604"/>
            <a:ext cx="5053224" cy="452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40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6E29F438-9F64-BF07-CBCE-B8D57EA3FC82}"/>
              </a:ext>
            </a:extLst>
          </p:cNvPr>
          <p:cNvSpPr/>
          <p:nvPr/>
        </p:nvSpPr>
        <p:spPr>
          <a:xfrm>
            <a:off x="5533078" y="484538"/>
            <a:ext cx="532229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4000" b="1" spc="50" dirty="0">
                <a:ln w="11430"/>
                <a:solidFill>
                  <a:srgbClr val="C0000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Analisi Sentimentale</a:t>
            </a:r>
            <a:endParaRPr lang="it-IT" sz="4000" b="1" cap="none" spc="50" dirty="0">
              <a:ln w="11430"/>
              <a:solidFill>
                <a:srgbClr val="C0000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Immagine 1" descr="Immagine che contiene scrivania, computer, interni, sedia&#10;&#10;Descrizione generata automaticamente">
            <a:extLst>
              <a:ext uri="{FF2B5EF4-FFF2-40B4-BE49-F238E27FC236}">
                <a16:creationId xmlns:a16="http://schemas.microsoft.com/office/drawing/2014/main" id="{4332655E-4B20-B770-8BC8-E4CBDA56231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5036" y="338976"/>
            <a:ext cx="843788" cy="80886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87709CC7-D599-D44D-DF9F-549F793B886C}"/>
              </a:ext>
            </a:extLst>
          </p:cNvPr>
          <p:cNvSpPr txBox="1"/>
          <p:nvPr/>
        </p:nvSpPr>
        <p:spPr>
          <a:xfrm>
            <a:off x="324953" y="1532962"/>
            <a:ext cx="1876880" cy="307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it-IT" sz="14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Utilizzo </a:t>
            </a:r>
            <a:r>
              <a:rPr lang="it-IT" sz="1400" dirty="0" err="1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hexbin</a:t>
            </a:r>
            <a:r>
              <a:rPr lang="it-IT" sz="1400" dirty="0">
                <a:effectLst/>
                <a:latin typeface="Bahnschrif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plot</a:t>
            </a:r>
            <a:endParaRPr lang="it-IT" sz="1400" dirty="0">
              <a:latin typeface="Bahnschrif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87CEEEA-FA81-ED78-C3DF-516F2F237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3" y="2433697"/>
            <a:ext cx="2738136" cy="234852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6D6FF6B2-C332-9393-A2D8-4CE3C947B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199" y="2433697"/>
            <a:ext cx="2730803" cy="248917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45032C54-E803-DF26-978D-3DC6B9FE86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7947" y="1686528"/>
            <a:ext cx="4040248" cy="2174271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B109F2D3-AE7C-5F1A-BA20-7F61406475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4593" y="1687471"/>
            <a:ext cx="2008590" cy="1834662"/>
          </a:xfrm>
          <a:prstGeom prst="rect">
            <a:avLst/>
          </a:prstGeom>
        </p:spPr>
      </p:pic>
      <p:sp>
        <p:nvSpPr>
          <p:cNvPr id="21" name="Rettangolo 20">
            <a:extLst>
              <a:ext uri="{FF2B5EF4-FFF2-40B4-BE49-F238E27FC236}">
                <a16:creationId xmlns:a16="http://schemas.microsoft.com/office/drawing/2014/main" id="{E1FF7CAA-CA01-E30D-449F-4A39C33C42A5}"/>
              </a:ext>
            </a:extLst>
          </p:cNvPr>
          <p:cNvSpPr/>
          <p:nvPr/>
        </p:nvSpPr>
        <p:spPr>
          <a:xfrm>
            <a:off x="808503" y="1820630"/>
            <a:ext cx="139333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2400" b="1" i="1" spc="50" dirty="0">
                <a:ln w="11430"/>
                <a:solidFill>
                  <a:srgbClr val="0070C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Articolo</a:t>
            </a:r>
            <a:endParaRPr lang="it-IT" sz="2400" b="1" i="1" cap="none" spc="50" dirty="0">
              <a:ln w="11430"/>
              <a:solidFill>
                <a:srgbClr val="0070C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C75BDAC-ED31-FAAD-1723-7CDA3DBDFBC7}"/>
              </a:ext>
            </a:extLst>
          </p:cNvPr>
          <p:cNvSpPr/>
          <p:nvPr/>
        </p:nvSpPr>
        <p:spPr>
          <a:xfrm>
            <a:off x="3426775" y="1820629"/>
            <a:ext cx="10182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2400" b="1" i="1" spc="50" dirty="0">
                <a:ln w="11430"/>
                <a:solidFill>
                  <a:srgbClr val="0070C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Topic</a:t>
            </a:r>
            <a:endParaRPr lang="it-IT" sz="2400" b="1" i="1" cap="none" spc="50" dirty="0">
              <a:ln w="11430"/>
              <a:solidFill>
                <a:srgbClr val="0070C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F73D3215-49F6-8002-F5B3-C5F5C6A316CB}"/>
              </a:ext>
            </a:extLst>
          </p:cNvPr>
          <p:cNvSpPr/>
          <p:nvPr/>
        </p:nvSpPr>
        <p:spPr>
          <a:xfrm>
            <a:off x="6451600" y="1158338"/>
            <a:ext cx="95410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2400" b="1" i="1" spc="50" dirty="0" err="1">
                <a:ln w="11430"/>
                <a:solidFill>
                  <a:srgbClr val="0070C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Issue</a:t>
            </a:r>
            <a:endParaRPr lang="it-IT" sz="2400" b="1" i="1" cap="none" spc="50" dirty="0">
              <a:ln w="11430"/>
              <a:solidFill>
                <a:srgbClr val="0070C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B0545E17-1B1B-48C7-A79B-13046CC93D9E}"/>
              </a:ext>
            </a:extLst>
          </p:cNvPr>
          <p:cNvSpPr/>
          <p:nvPr/>
        </p:nvSpPr>
        <p:spPr>
          <a:xfrm>
            <a:off x="6241785" y="3938827"/>
            <a:ext cx="89960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it-IT" sz="2400" b="1" i="1" spc="50" dirty="0" err="1">
                <a:ln w="11430"/>
                <a:solidFill>
                  <a:srgbClr val="0070C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Year</a:t>
            </a:r>
            <a:endParaRPr lang="it-IT" sz="2400" b="1" i="1" cap="none" spc="50" dirty="0">
              <a:ln w="11430"/>
              <a:solidFill>
                <a:srgbClr val="0070C0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3D6C612C-5993-9252-578F-0956D33EC1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5197" y="4400431"/>
            <a:ext cx="4192556" cy="2289161"/>
          </a:xfrm>
          <a:prstGeom prst="rect">
            <a:avLst/>
          </a:prstGeom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CC2B675A-EF49-00B8-3B02-B7E3B0D6E7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2462" y="4400431"/>
            <a:ext cx="1968639" cy="183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86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build="p"/>
      <p:bldP spid="21" grpId="0"/>
      <p:bldP spid="22" grpId="0"/>
      <p:bldP spid="24" grpId="0"/>
      <p:bldP spid="25" grpId="0"/>
    </p:bldLst>
  </p:timing>
</p:sld>
</file>

<file path=ppt/theme/theme1.xml><?xml version="1.0" encoding="utf-8"?>
<a:theme xmlns:a="http://schemas.openxmlformats.org/drawingml/2006/main" name="Scia di vapore">
  <a:themeElements>
    <a:clrScheme name="Scia di vapore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Scia di vapore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cia di vapore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Scia di vapore</Template>
  <TotalTime>1627</TotalTime>
  <Words>199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7" baseType="lpstr">
      <vt:lpstr>Arial</vt:lpstr>
      <vt:lpstr>Bahnschrift</vt:lpstr>
      <vt:lpstr>Bahnschrift SemiBold</vt:lpstr>
      <vt:lpstr>Calibri</vt:lpstr>
      <vt:lpstr>Candara</vt:lpstr>
      <vt:lpstr>Century Gothic</vt:lpstr>
      <vt:lpstr>Scia di vapore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Gianluca Rota</dc:creator>
  <cp:lastModifiedBy>Gianluca Rota</cp:lastModifiedBy>
  <cp:revision>36</cp:revision>
  <dcterms:created xsi:type="dcterms:W3CDTF">2022-05-13T13:50:56Z</dcterms:created>
  <dcterms:modified xsi:type="dcterms:W3CDTF">2025-02-14T13:34:37Z</dcterms:modified>
</cp:coreProperties>
</file>